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7060FE-B820-461C-AE35-17E875A0CF03}" v="71" dt="2026-06-15T07:13:07.5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Beer" userId="749d00a89d2b4bfd" providerId="LiveId" clId="{0DF5AC88-6CCA-4CEA-AB75-D322A32B2D03}"/>
    <pc:docChg chg="addSld modSld">
      <pc:chgData name="Nathan Beer" userId="749d00a89d2b4bfd" providerId="LiveId" clId="{0DF5AC88-6CCA-4CEA-AB75-D322A32B2D03}" dt="2026-06-15T07:13:07.559" v="111"/>
      <pc:docMkLst>
        <pc:docMk/>
      </pc:docMkLst>
      <pc:sldChg chg="addSp delSp modSp new">
        <pc:chgData name="Nathan Beer" userId="749d00a89d2b4bfd" providerId="LiveId" clId="{0DF5AC88-6CCA-4CEA-AB75-D322A32B2D03}" dt="2026-06-15T06:16:59.800" v="10"/>
        <pc:sldMkLst>
          <pc:docMk/>
          <pc:sldMk cId="3508512227" sldId="256"/>
        </pc:sldMkLst>
        <pc:spChg chg="add mod">
          <ac:chgData name="Nathan Beer" userId="749d00a89d2b4bfd" providerId="LiveId" clId="{0DF5AC88-6CCA-4CEA-AB75-D322A32B2D03}" dt="2026-06-15T06:16:45.274" v="6"/>
          <ac:spMkLst>
            <pc:docMk/>
            <pc:sldMk cId="3508512227" sldId="256"/>
            <ac:spMk id="4" creationId="{A349EA2D-2F78-310E-EBD4-71A625752D80}"/>
          </ac:spMkLst>
        </pc:spChg>
        <pc:spChg chg="add mod">
          <ac:chgData name="Nathan Beer" userId="749d00a89d2b4bfd" providerId="LiveId" clId="{0DF5AC88-6CCA-4CEA-AB75-D322A32B2D03}" dt="2026-06-15T06:16:49.685" v="7"/>
          <ac:spMkLst>
            <pc:docMk/>
            <pc:sldMk cId="3508512227" sldId="256"/>
            <ac:spMk id="5" creationId="{73299488-E96B-9801-9051-3E5B566F8584}"/>
          </ac:spMkLst>
        </pc:spChg>
        <pc:spChg chg="add mod">
          <ac:chgData name="Nathan Beer" userId="749d00a89d2b4bfd" providerId="LiveId" clId="{0DF5AC88-6CCA-4CEA-AB75-D322A32B2D03}" dt="2026-06-15T06:16:52.752" v="8"/>
          <ac:spMkLst>
            <pc:docMk/>
            <pc:sldMk cId="3508512227" sldId="256"/>
            <ac:spMk id="6" creationId="{747A6ED5-DA81-952E-92C1-A3D73EE744F9}"/>
          </ac:spMkLst>
        </pc:spChg>
        <pc:spChg chg="add mod">
          <ac:chgData name="Nathan Beer" userId="749d00a89d2b4bfd" providerId="LiveId" clId="{0DF5AC88-6CCA-4CEA-AB75-D322A32B2D03}" dt="2026-06-15T06:16:57.516" v="9"/>
          <ac:spMkLst>
            <pc:docMk/>
            <pc:sldMk cId="3508512227" sldId="256"/>
            <ac:spMk id="7" creationId="{F757363A-AF75-75C9-B09B-03D5D3FBB3EB}"/>
          </ac:spMkLst>
        </pc:spChg>
        <pc:picChg chg="add mod">
          <ac:chgData name="Nathan Beer" userId="749d00a89d2b4bfd" providerId="LiveId" clId="{0DF5AC88-6CCA-4CEA-AB75-D322A32B2D03}" dt="2026-06-15T06:15:37.090" v="1"/>
          <ac:picMkLst>
            <pc:docMk/>
            <pc:sldMk cId="3508512227" sldId="256"/>
            <ac:picMk id="2" creationId="{3357FA5F-FF5B-14A9-00EE-068B94A46DE9}"/>
          </ac:picMkLst>
        </pc:picChg>
        <pc:picChg chg="add del mod">
          <ac:chgData name="Nathan Beer" userId="749d00a89d2b4bfd" providerId="LiveId" clId="{0DF5AC88-6CCA-4CEA-AB75-D322A32B2D03}" dt="2026-06-15T06:16:41.730" v="5" actId="478"/>
          <ac:picMkLst>
            <pc:docMk/>
            <pc:sldMk cId="3508512227" sldId="256"/>
            <ac:picMk id="3" creationId="{D242A3E7-F9D1-3204-8A7B-05B0B6AC5F6D}"/>
          </ac:picMkLst>
        </pc:picChg>
        <pc:picChg chg="add mod">
          <ac:chgData name="Nathan Beer" userId="749d00a89d2b4bfd" providerId="LiveId" clId="{0DF5AC88-6CCA-4CEA-AB75-D322A32B2D03}" dt="2026-06-15T06:16:59.800" v="10"/>
          <ac:picMkLst>
            <pc:docMk/>
            <pc:sldMk cId="3508512227" sldId="256"/>
            <ac:picMk id="8" creationId="{98AA81F5-A973-907D-4DDF-BBB1D4CF08F6}"/>
          </ac:picMkLst>
        </pc:picChg>
      </pc:sldChg>
      <pc:sldChg chg="addSp modSp new mod">
        <pc:chgData name="Nathan Beer" userId="749d00a89d2b4bfd" providerId="LiveId" clId="{0DF5AC88-6CCA-4CEA-AB75-D322A32B2D03}" dt="2026-06-15T06:20:55.735" v="53" actId="2711"/>
        <pc:sldMkLst>
          <pc:docMk/>
          <pc:sldMk cId="454552864" sldId="257"/>
        </pc:sldMkLst>
        <pc:spChg chg="add mod">
          <ac:chgData name="Nathan Beer" userId="749d00a89d2b4bfd" providerId="LiveId" clId="{0DF5AC88-6CCA-4CEA-AB75-D322A32B2D03}" dt="2026-06-15T06:20:47.294" v="51" actId="2711"/>
          <ac:spMkLst>
            <pc:docMk/>
            <pc:sldMk cId="454552864" sldId="257"/>
            <ac:spMk id="3" creationId="{8003A522-2874-E971-24C9-A8308A38AAF7}"/>
          </ac:spMkLst>
        </pc:spChg>
        <pc:spChg chg="add mod">
          <ac:chgData name="Nathan Beer" userId="749d00a89d2b4bfd" providerId="LiveId" clId="{0DF5AC88-6CCA-4CEA-AB75-D322A32B2D03}" dt="2026-06-15T06:20:52.107" v="52" actId="2711"/>
          <ac:spMkLst>
            <pc:docMk/>
            <pc:sldMk cId="454552864" sldId="257"/>
            <ac:spMk id="4" creationId="{894DFAE5-EA6C-6184-FC4F-7CF59B3DF8D0}"/>
          </ac:spMkLst>
        </pc:spChg>
        <pc:spChg chg="add mod">
          <ac:chgData name="Nathan Beer" userId="749d00a89d2b4bfd" providerId="LiveId" clId="{0DF5AC88-6CCA-4CEA-AB75-D322A32B2D03}" dt="2026-06-15T06:20:55.735" v="53" actId="2711"/>
          <ac:spMkLst>
            <pc:docMk/>
            <pc:sldMk cId="454552864" sldId="257"/>
            <ac:spMk id="5" creationId="{E72BB51E-0C2A-C796-7EB5-7AD0170DF0FD}"/>
          </ac:spMkLst>
        </pc:spChg>
        <pc:picChg chg="add mod">
          <ac:chgData name="Nathan Beer" userId="749d00a89d2b4bfd" providerId="LiveId" clId="{0DF5AC88-6CCA-4CEA-AB75-D322A32B2D03}" dt="2026-06-15T06:17:07.648" v="12"/>
          <ac:picMkLst>
            <pc:docMk/>
            <pc:sldMk cId="454552864" sldId="257"/>
            <ac:picMk id="2" creationId="{C1EEC11A-E274-E3FC-0B20-6A08F3AA1680}"/>
          </ac:picMkLst>
        </pc:picChg>
      </pc:sldChg>
      <pc:sldChg chg="addSp modSp new mod">
        <pc:chgData name="Nathan Beer" userId="749d00a89d2b4bfd" providerId="LiveId" clId="{0DF5AC88-6CCA-4CEA-AB75-D322A32B2D03}" dt="2026-06-15T06:20:43.502" v="50" actId="2711"/>
        <pc:sldMkLst>
          <pc:docMk/>
          <pc:sldMk cId="3209019885" sldId="258"/>
        </pc:sldMkLst>
        <pc:spChg chg="add mod">
          <ac:chgData name="Nathan Beer" userId="749d00a89d2b4bfd" providerId="LiveId" clId="{0DF5AC88-6CCA-4CEA-AB75-D322A32B2D03}" dt="2026-06-15T06:20:39.050" v="49" actId="2711"/>
          <ac:spMkLst>
            <pc:docMk/>
            <pc:sldMk cId="3209019885" sldId="258"/>
            <ac:spMk id="2" creationId="{2A3F09A0-E7F0-3A9F-2D06-77ADF29CBC9E}"/>
          </ac:spMkLst>
        </pc:spChg>
        <pc:spChg chg="add mod">
          <ac:chgData name="Nathan Beer" userId="749d00a89d2b4bfd" providerId="LiveId" clId="{0DF5AC88-6CCA-4CEA-AB75-D322A32B2D03}" dt="2026-06-15T06:20:43.502" v="50" actId="2711"/>
          <ac:spMkLst>
            <pc:docMk/>
            <pc:sldMk cId="3209019885" sldId="258"/>
            <ac:spMk id="3" creationId="{56BB6C15-B7CC-22BF-6930-A591B486D89A}"/>
          </ac:spMkLst>
        </pc:spChg>
      </pc:sldChg>
      <pc:sldChg chg="addSp modSp new mod">
        <pc:chgData name="Nathan Beer" userId="749d00a89d2b4bfd" providerId="LiveId" clId="{0DF5AC88-6CCA-4CEA-AB75-D322A32B2D03}" dt="2026-06-15T06:20:32.611" v="48" actId="2711"/>
        <pc:sldMkLst>
          <pc:docMk/>
          <pc:sldMk cId="2834470719" sldId="259"/>
        </pc:sldMkLst>
        <pc:spChg chg="add mod">
          <ac:chgData name="Nathan Beer" userId="749d00a89d2b4bfd" providerId="LiveId" clId="{0DF5AC88-6CCA-4CEA-AB75-D322A32B2D03}" dt="2026-06-15T06:20:22.186" v="47" actId="2711"/>
          <ac:spMkLst>
            <pc:docMk/>
            <pc:sldMk cId="2834470719" sldId="259"/>
            <ac:spMk id="2" creationId="{0053CADD-702C-FF3F-AA46-479A0688AE5C}"/>
          </ac:spMkLst>
        </pc:spChg>
        <pc:spChg chg="add mod">
          <ac:chgData name="Nathan Beer" userId="749d00a89d2b4bfd" providerId="LiveId" clId="{0DF5AC88-6CCA-4CEA-AB75-D322A32B2D03}" dt="2026-06-15T06:20:19.106" v="46" actId="2711"/>
          <ac:spMkLst>
            <pc:docMk/>
            <pc:sldMk cId="2834470719" sldId="259"/>
            <ac:spMk id="3" creationId="{89E93D79-911C-9371-24E9-164E79F57167}"/>
          </ac:spMkLst>
        </pc:spChg>
        <pc:spChg chg="add mod">
          <ac:chgData name="Nathan Beer" userId="749d00a89d2b4bfd" providerId="LiveId" clId="{0DF5AC88-6CCA-4CEA-AB75-D322A32B2D03}" dt="2026-06-15T06:20:15.781" v="45" actId="2711"/>
          <ac:spMkLst>
            <pc:docMk/>
            <pc:sldMk cId="2834470719" sldId="259"/>
            <ac:spMk id="4" creationId="{21B8645D-27C8-E920-ED5B-3175D58F5CF4}"/>
          </ac:spMkLst>
        </pc:spChg>
        <pc:spChg chg="add mod">
          <ac:chgData name="Nathan Beer" userId="749d00a89d2b4bfd" providerId="LiveId" clId="{0DF5AC88-6CCA-4CEA-AB75-D322A32B2D03}" dt="2026-06-15T06:20:11.677" v="44" actId="2711"/>
          <ac:spMkLst>
            <pc:docMk/>
            <pc:sldMk cId="2834470719" sldId="259"/>
            <ac:spMk id="5" creationId="{DE3453F3-7342-84E3-A2CC-E48A07AE5E9A}"/>
          </ac:spMkLst>
        </pc:spChg>
        <pc:spChg chg="add mod">
          <ac:chgData name="Nathan Beer" userId="749d00a89d2b4bfd" providerId="LiveId" clId="{0DF5AC88-6CCA-4CEA-AB75-D322A32B2D03}" dt="2026-06-15T06:20:32.611" v="48" actId="2711"/>
          <ac:spMkLst>
            <pc:docMk/>
            <pc:sldMk cId="2834470719" sldId="259"/>
            <ac:spMk id="6" creationId="{1C0A451C-1739-98BC-AD02-A6AEC13860EC}"/>
          </ac:spMkLst>
        </pc:spChg>
      </pc:sldChg>
      <pc:sldChg chg="addSp delSp modSp new mod">
        <pc:chgData name="Nathan Beer" userId="749d00a89d2b4bfd" providerId="LiveId" clId="{0DF5AC88-6CCA-4CEA-AB75-D322A32B2D03}" dt="2026-06-15T06:21:02.409" v="54" actId="2711"/>
        <pc:sldMkLst>
          <pc:docMk/>
          <pc:sldMk cId="1345747788" sldId="260"/>
        </pc:sldMkLst>
        <pc:spChg chg="mod">
          <ac:chgData name="Nathan Beer" userId="749d00a89d2b4bfd" providerId="LiveId" clId="{0DF5AC88-6CCA-4CEA-AB75-D322A32B2D03}" dt="2026-06-15T06:18:36.610" v="28"/>
          <ac:spMkLst>
            <pc:docMk/>
            <pc:sldMk cId="1345747788" sldId="260"/>
            <ac:spMk id="6" creationId="{4DD69772-0F34-7B05-D854-55DE7075DCE1}"/>
          </ac:spMkLst>
        </pc:spChg>
        <pc:spChg chg="mod">
          <ac:chgData name="Nathan Beer" userId="749d00a89d2b4bfd" providerId="LiveId" clId="{0DF5AC88-6CCA-4CEA-AB75-D322A32B2D03}" dt="2026-06-15T06:18:36.610" v="28"/>
          <ac:spMkLst>
            <pc:docMk/>
            <pc:sldMk cId="1345747788" sldId="260"/>
            <ac:spMk id="9" creationId="{67D3C829-56A7-5082-36CA-669C906032CA}"/>
          </ac:spMkLst>
        </pc:spChg>
        <pc:spChg chg="mod">
          <ac:chgData name="Nathan Beer" userId="749d00a89d2b4bfd" providerId="LiveId" clId="{0DF5AC88-6CCA-4CEA-AB75-D322A32B2D03}" dt="2026-06-15T06:18:36.610" v="28"/>
          <ac:spMkLst>
            <pc:docMk/>
            <pc:sldMk cId="1345747788" sldId="260"/>
            <ac:spMk id="10" creationId="{F8C92352-B2EE-97A4-5444-5BC2C7FBBACD}"/>
          </ac:spMkLst>
        </pc:spChg>
        <pc:spChg chg="mod">
          <ac:chgData name="Nathan Beer" userId="749d00a89d2b4bfd" providerId="LiveId" clId="{0DF5AC88-6CCA-4CEA-AB75-D322A32B2D03}" dt="2026-06-15T06:18:36.610" v="28"/>
          <ac:spMkLst>
            <pc:docMk/>
            <pc:sldMk cId="1345747788" sldId="260"/>
            <ac:spMk id="13" creationId="{AEC2FF77-F43C-7247-AC41-BD32EFCA1656}"/>
          </ac:spMkLst>
        </pc:spChg>
        <pc:spChg chg="mod">
          <ac:chgData name="Nathan Beer" userId="749d00a89d2b4bfd" providerId="LiveId" clId="{0DF5AC88-6CCA-4CEA-AB75-D322A32B2D03}" dt="2026-06-15T06:18:36.610" v="28"/>
          <ac:spMkLst>
            <pc:docMk/>
            <pc:sldMk cId="1345747788" sldId="260"/>
            <ac:spMk id="14" creationId="{ECD9000B-B228-F3CC-18BB-BBF00689EBFA}"/>
          </ac:spMkLst>
        </pc:spChg>
        <pc:spChg chg="mod">
          <ac:chgData name="Nathan Beer" userId="749d00a89d2b4bfd" providerId="LiveId" clId="{0DF5AC88-6CCA-4CEA-AB75-D322A32B2D03}" dt="2026-06-15T06:18:36.610" v="28"/>
          <ac:spMkLst>
            <pc:docMk/>
            <pc:sldMk cId="1345747788" sldId="260"/>
            <ac:spMk id="15" creationId="{B75A7BE5-7538-1706-F09C-C39B189681BF}"/>
          </ac:spMkLst>
        </pc:spChg>
        <pc:spChg chg="mod">
          <ac:chgData name="Nathan Beer" userId="749d00a89d2b4bfd" providerId="LiveId" clId="{0DF5AC88-6CCA-4CEA-AB75-D322A32B2D03}" dt="2026-06-15T06:18:36.610" v="28"/>
          <ac:spMkLst>
            <pc:docMk/>
            <pc:sldMk cId="1345747788" sldId="260"/>
            <ac:spMk id="16" creationId="{6A7063BC-7AB4-FFEF-9921-FE29F7291497}"/>
          </ac:spMkLst>
        </pc:spChg>
        <pc:spChg chg="mod">
          <ac:chgData name="Nathan Beer" userId="749d00a89d2b4bfd" providerId="LiveId" clId="{0DF5AC88-6CCA-4CEA-AB75-D322A32B2D03}" dt="2026-06-15T06:18:36.610" v="28"/>
          <ac:spMkLst>
            <pc:docMk/>
            <pc:sldMk cId="1345747788" sldId="260"/>
            <ac:spMk id="19" creationId="{FA415D15-F82B-41C9-A54A-9C5FF2DAE6F6}"/>
          </ac:spMkLst>
        </pc:spChg>
        <pc:spChg chg="mod">
          <ac:chgData name="Nathan Beer" userId="749d00a89d2b4bfd" providerId="LiveId" clId="{0DF5AC88-6CCA-4CEA-AB75-D322A32B2D03}" dt="2026-06-15T06:18:36.610" v="28"/>
          <ac:spMkLst>
            <pc:docMk/>
            <pc:sldMk cId="1345747788" sldId="260"/>
            <ac:spMk id="22" creationId="{03AE976A-B48E-52DA-BFF6-0B6E6F62ADEF}"/>
          </ac:spMkLst>
        </pc:spChg>
        <pc:spChg chg="mod">
          <ac:chgData name="Nathan Beer" userId="749d00a89d2b4bfd" providerId="LiveId" clId="{0DF5AC88-6CCA-4CEA-AB75-D322A32B2D03}" dt="2026-06-15T06:18:36.610" v="28"/>
          <ac:spMkLst>
            <pc:docMk/>
            <pc:sldMk cId="1345747788" sldId="260"/>
            <ac:spMk id="24" creationId="{9A5F9A89-7972-C4DF-0A10-E39197503F7F}"/>
          </ac:spMkLst>
        </pc:spChg>
        <pc:spChg chg="add mod">
          <ac:chgData name="Nathan Beer" userId="749d00a89d2b4bfd" providerId="LiveId" clId="{0DF5AC88-6CCA-4CEA-AB75-D322A32B2D03}" dt="2026-06-15T06:18:41.654" v="29"/>
          <ac:spMkLst>
            <pc:docMk/>
            <pc:sldMk cId="1345747788" sldId="260"/>
            <ac:spMk id="25" creationId="{7CEE5339-E62D-C333-B3BB-5C9FB31637F8}"/>
          </ac:spMkLst>
        </pc:spChg>
        <pc:spChg chg="add mod">
          <ac:chgData name="Nathan Beer" userId="749d00a89d2b4bfd" providerId="LiveId" clId="{0DF5AC88-6CCA-4CEA-AB75-D322A32B2D03}" dt="2026-06-15T06:21:02.409" v="54" actId="2711"/>
          <ac:spMkLst>
            <pc:docMk/>
            <pc:sldMk cId="1345747788" sldId="260"/>
            <ac:spMk id="26" creationId="{C441A4E5-69D6-6F2C-264F-74B54E619FBF}"/>
          </ac:spMkLst>
        </pc:spChg>
        <pc:picChg chg="add del mod">
          <ac:chgData name="Nathan Beer" userId="749d00a89d2b4bfd" providerId="LiveId" clId="{0DF5AC88-6CCA-4CEA-AB75-D322A32B2D03}" dt="2026-06-15T06:18:36.079" v="27" actId="478"/>
          <ac:picMkLst>
            <pc:docMk/>
            <pc:sldMk cId="1345747788" sldId="260"/>
            <ac:picMk id="2" creationId="{6AF51FB6-10C0-93D3-081D-ED9EBEDF8CCF}"/>
          </ac:picMkLst>
        </pc:picChg>
      </pc:sldChg>
      <pc:sldChg chg="addSp modSp new mod">
        <pc:chgData name="Nathan Beer" userId="749d00a89d2b4bfd" providerId="LiveId" clId="{0DF5AC88-6CCA-4CEA-AB75-D322A32B2D03}" dt="2026-06-15T06:21:14.467" v="56" actId="2711"/>
        <pc:sldMkLst>
          <pc:docMk/>
          <pc:sldMk cId="2669555311" sldId="261"/>
        </pc:sldMkLst>
        <pc:spChg chg="add mod">
          <ac:chgData name="Nathan Beer" userId="749d00a89d2b4bfd" providerId="LiveId" clId="{0DF5AC88-6CCA-4CEA-AB75-D322A32B2D03}" dt="2026-06-15T06:18:57.308" v="32"/>
          <ac:spMkLst>
            <pc:docMk/>
            <pc:sldMk cId="2669555311" sldId="261"/>
            <ac:spMk id="2" creationId="{CCEE3415-2E97-05E8-C5C8-BD2DE9CE2C54}"/>
          </ac:spMkLst>
        </pc:spChg>
        <pc:spChg chg="add mod">
          <ac:chgData name="Nathan Beer" userId="749d00a89d2b4bfd" providerId="LiveId" clId="{0DF5AC88-6CCA-4CEA-AB75-D322A32B2D03}" dt="2026-06-15T06:19:02.199" v="33"/>
          <ac:spMkLst>
            <pc:docMk/>
            <pc:sldMk cId="2669555311" sldId="261"/>
            <ac:spMk id="3" creationId="{45AC6941-5063-4F88-86DC-B797AFABD347}"/>
          </ac:spMkLst>
        </pc:spChg>
        <pc:spChg chg="mod">
          <ac:chgData name="Nathan Beer" userId="749d00a89d2b4bfd" providerId="LiveId" clId="{0DF5AC88-6CCA-4CEA-AB75-D322A32B2D03}" dt="2026-06-15T06:19:04.686" v="34"/>
          <ac:spMkLst>
            <pc:docMk/>
            <pc:sldMk cId="2669555311" sldId="261"/>
            <ac:spMk id="6" creationId="{73145878-84C8-F98B-F155-5082FF039781}"/>
          </ac:spMkLst>
        </pc:spChg>
        <pc:spChg chg="mod">
          <ac:chgData name="Nathan Beer" userId="749d00a89d2b4bfd" providerId="LiveId" clId="{0DF5AC88-6CCA-4CEA-AB75-D322A32B2D03}" dt="2026-06-15T06:19:04.686" v="34"/>
          <ac:spMkLst>
            <pc:docMk/>
            <pc:sldMk cId="2669555311" sldId="261"/>
            <ac:spMk id="8" creationId="{BCA7D23F-5E7B-F3F7-C954-D1C97AA97BD4}"/>
          </ac:spMkLst>
        </pc:spChg>
        <pc:spChg chg="mod">
          <ac:chgData name="Nathan Beer" userId="749d00a89d2b4bfd" providerId="LiveId" clId="{0DF5AC88-6CCA-4CEA-AB75-D322A32B2D03}" dt="2026-06-15T06:19:04.686" v="34"/>
          <ac:spMkLst>
            <pc:docMk/>
            <pc:sldMk cId="2669555311" sldId="261"/>
            <ac:spMk id="10" creationId="{7CA0CD2D-6E61-EA78-7C73-5259D2DD22C0}"/>
          </ac:spMkLst>
        </pc:spChg>
        <pc:spChg chg="mod">
          <ac:chgData name="Nathan Beer" userId="749d00a89d2b4bfd" providerId="LiveId" clId="{0DF5AC88-6CCA-4CEA-AB75-D322A32B2D03}" dt="2026-06-15T06:19:04.686" v="34"/>
          <ac:spMkLst>
            <pc:docMk/>
            <pc:sldMk cId="2669555311" sldId="261"/>
            <ac:spMk id="11" creationId="{65C8A958-4D04-BD72-73CE-EDD4F827882B}"/>
          </ac:spMkLst>
        </pc:spChg>
        <pc:spChg chg="mod">
          <ac:chgData name="Nathan Beer" userId="749d00a89d2b4bfd" providerId="LiveId" clId="{0DF5AC88-6CCA-4CEA-AB75-D322A32B2D03}" dt="2026-06-15T06:19:04.686" v="34"/>
          <ac:spMkLst>
            <pc:docMk/>
            <pc:sldMk cId="2669555311" sldId="261"/>
            <ac:spMk id="12" creationId="{8BAB58E1-B284-A6DE-9E1B-41BDA7B8D664}"/>
          </ac:spMkLst>
        </pc:spChg>
        <pc:spChg chg="add mod">
          <ac:chgData name="Nathan Beer" userId="749d00a89d2b4bfd" providerId="LiveId" clId="{0DF5AC88-6CCA-4CEA-AB75-D322A32B2D03}" dt="2026-06-15T06:19:14.365" v="36" actId="14100"/>
          <ac:spMkLst>
            <pc:docMk/>
            <pc:sldMk cId="2669555311" sldId="261"/>
            <ac:spMk id="13" creationId="{ADA0590A-4E41-D4F0-F545-323A95AF7846}"/>
          </ac:spMkLst>
        </pc:spChg>
        <pc:spChg chg="add mod">
          <ac:chgData name="Nathan Beer" userId="749d00a89d2b4bfd" providerId="LiveId" clId="{0DF5AC88-6CCA-4CEA-AB75-D322A32B2D03}" dt="2026-06-15T06:19:54.285" v="40" actId="1076"/>
          <ac:spMkLst>
            <pc:docMk/>
            <pc:sldMk cId="2669555311" sldId="261"/>
            <ac:spMk id="14" creationId="{01B83DD9-4420-66E0-49E4-A1B9DD9327B7}"/>
          </ac:spMkLst>
        </pc:spChg>
        <pc:spChg chg="add mod">
          <ac:chgData name="Nathan Beer" userId="749d00a89d2b4bfd" providerId="LiveId" clId="{0DF5AC88-6CCA-4CEA-AB75-D322A32B2D03}" dt="2026-06-15T06:21:14.467" v="56" actId="2711"/>
          <ac:spMkLst>
            <pc:docMk/>
            <pc:sldMk cId="2669555311" sldId="261"/>
            <ac:spMk id="15" creationId="{2BA1427A-B94B-0054-71DA-7CE5BA08DB57}"/>
          </ac:spMkLst>
        </pc:spChg>
        <pc:grpChg chg="add mod">
          <ac:chgData name="Nathan Beer" userId="749d00a89d2b4bfd" providerId="LiveId" clId="{0DF5AC88-6CCA-4CEA-AB75-D322A32B2D03}" dt="2026-06-15T06:19:04.686" v="34"/>
          <ac:grpSpMkLst>
            <pc:docMk/>
            <pc:sldMk cId="2669555311" sldId="261"/>
            <ac:grpSpMk id="4" creationId="{FCAB2130-9635-04BA-69A6-845C5208F873}"/>
          </ac:grpSpMkLst>
        </pc:grpChg>
        <pc:grpChg chg="mod">
          <ac:chgData name="Nathan Beer" userId="749d00a89d2b4bfd" providerId="LiveId" clId="{0DF5AC88-6CCA-4CEA-AB75-D322A32B2D03}" dt="2026-06-15T06:19:04.686" v="34"/>
          <ac:grpSpMkLst>
            <pc:docMk/>
            <pc:sldMk cId="2669555311" sldId="261"/>
            <ac:grpSpMk id="5" creationId="{2E27073F-B828-87A2-BDCA-A3C81FAD3179}"/>
          </ac:grpSpMkLst>
        </pc:grpChg>
        <pc:grpChg chg="mod">
          <ac:chgData name="Nathan Beer" userId="749d00a89d2b4bfd" providerId="LiveId" clId="{0DF5AC88-6CCA-4CEA-AB75-D322A32B2D03}" dt="2026-06-15T06:19:04.686" v="34"/>
          <ac:grpSpMkLst>
            <pc:docMk/>
            <pc:sldMk cId="2669555311" sldId="261"/>
            <ac:grpSpMk id="9" creationId="{D2F3675D-6640-7C63-B26C-35D48E786A42}"/>
          </ac:grpSpMkLst>
        </pc:grpChg>
        <pc:picChg chg="mod">
          <ac:chgData name="Nathan Beer" userId="749d00a89d2b4bfd" providerId="LiveId" clId="{0DF5AC88-6CCA-4CEA-AB75-D322A32B2D03}" dt="2026-06-15T06:19:04.686" v="34"/>
          <ac:picMkLst>
            <pc:docMk/>
            <pc:sldMk cId="2669555311" sldId="261"/>
            <ac:picMk id="7" creationId="{0FCA447E-E5F0-06CD-5FC7-EDC0DB2A41C0}"/>
          </ac:picMkLst>
        </pc:picChg>
      </pc:sldChg>
      <pc:sldChg chg="addSp modSp new mod">
        <pc:chgData name="Nathan Beer" userId="749d00a89d2b4bfd" providerId="LiveId" clId="{0DF5AC88-6CCA-4CEA-AB75-D322A32B2D03}" dt="2026-06-15T06:21:34.600" v="61" actId="2711"/>
        <pc:sldMkLst>
          <pc:docMk/>
          <pc:sldMk cId="504334519" sldId="262"/>
        </pc:sldMkLst>
        <pc:spChg chg="add mod">
          <ac:chgData name="Nathan Beer" userId="749d00a89d2b4bfd" providerId="LiveId" clId="{0DF5AC88-6CCA-4CEA-AB75-D322A32B2D03}" dt="2026-06-15T06:21:31.839" v="60" actId="2711"/>
          <ac:spMkLst>
            <pc:docMk/>
            <pc:sldMk cId="504334519" sldId="262"/>
            <ac:spMk id="2" creationId="{C790614D-BE96-2647-39DB-EBF87CF7A990}"/>
          </ac:spMkLst>
        </pc:spChg>
        <pc:spChg chg="add mod">
          <ac:chgData name="Nathan Beer" userId="749d00a89d2b4bfd" providerId="LiveId" clId="{0DF5AC88-6CCA-4CEA-AB75-D322A32B2D03}" dt="2026-06-15T06:21:34.600" v="61" actId="2711"/>
          <ac:spMkLst>
            <pc:docMk/>
            <pc:sldMk cId="504334519" sldId="262"/>
            <ac:spMk id="3" creationId="{D4582780-F747-7F43-4D9F-182B745176F5}"/>
          </ac:spMkLst>
        </pc:spChg>
      </pc:sldChg>
      <pc:sldChg chg="addSp modSp new mod">
        <pc:chgData name="Nathan Beer" userId="749d00a89d2b4bfd" providerId="LiveId" clId="{0DF5AC88-6CCA-4CEA-AB75-D322A32B2D03}" dt="2026-06-15T07:10:09.884" v="77" actId="2711"/>
        <pc:sldMkLst>
          <pc:docMk/>
          <pc:sldMk cId="3230590" sldId="263"/>
        </pc:sldMkLst>
        <pc:spChg chg="add mod">
          <ac:chgData name="Nathan Beer" userId="749d00a89d2b4bfd" providerId="LiveId" clId="{0DF5AC88-6CCA-4CEA-AB75-D322A32B2D03}" dt="2026-06-15T07:09:56.124" v="74" actId="2711"/>
          <ac:spMkLst>
            <pc:docMk/>
            <pc:sldMk cId="3230590" sldId="263"/>
            <ac:spMk id="2" creationId="{D7A79372-F494-94DC-0662-AD6363F56C25}"/>
          </ac:spMkLst>
        </pc:spChg>
        <pc:spChg chg="add mod">
          <ac:chgData name="Nathan Beer" userId="749d00a89d2b4bfd" providerId="LiveId" clId="{0DF5AC88-6CCA-4CEA-AB75-D322A32B2D03}" dt="2026-06-15T07:10:00.769" v="75" actId="2711"/>
          <ac:spMkLst>
            <pc:docMk/>
            <pc:sldMk cId="3230590" sldId="263"/>
            <ac:spMk id="3" creationId="{ED8C07CC-A457-35D3-1226-24C8F429041F}"/>
          </ac:spMkLst>
        </pc:spChg>
        <pc:spChg chg="add mod">
          <ac:chgData name="Nathan Beer" userId="749d00a89d2b4bfd" providerId="LiveId" clId="{0DF5AC88-6CCA-4CEA-AB75-D322A32B2D03}" dt="2026-06-15T07:10:06.579" v="76" actId="2711"/>
          <ac:spMkLst>
            <pc:docMk/>
            <pc:sldMk cId="3230590" sldId="263"/>
            <ac:spMk id="4" creationId="{BAEDBBE2-1CCA-5373-00F7-B04FA57884BC}"/>
          </ac:spMkLst>
        </pc:spChg>
        <pc:spChg chg="add mod">
          <ac:chgData name="Nathan Beer" userId="749d00a89d2b4bfd" providerId="LiveId" clId="{0DF5AC88-6CCA-4CEA-AB75-D322A32B2D03}" dt="2026-06-15T07:10:09.884" v="77" actId="2711"/>
          <ac:spMkLst>
            <pc:docMk/>
            <pc:sldMk cId="3230590" sldId="263"/>
            <ac:spMk id="5" creationId="{661519E6-E3D8-C893-44CD-2D8A3AB2B7A5}"/>
          </ac:spMkLst>
        </pc:spChg>
        <pc:spChg chg="add mod">
          <ac:chgData name="Nathan Beer" userId="749d00a89d2b4bfd" providerId="LiveId" clId="{0DF5AC88-6CCA-4CEA-AB75-D322A32B2D03}" dt="2026-06-15T06:22:12.602" v="72" actId="2711"/>
          <ac:spMkLst>
            <pc:docMk/>
            <pc:sldMk cId="3230590" sldId="263"/>
            <ac:spMk id="7" creationId="{ECF8E12B-CBC5-4D1D-C0E5-EB3532B74B50}"/>
          </ac:spMkLst>
        </pc:spChg>
        <pc:spChg chg="add mod">
          <ac:chgData name="Nathan Beer" userId="749d00a89d2b4bfd" providerId="LiveId" clId="{0DF5AC88-6CCA-4CEA-AB75-D322A32B2D03}" dt="2026-06-15T06:22:17.472" v="73" actId="2711"/>
          <ac:spMkLst>
            <pc:docMk/>
            <pc:sldMk cId="3230590" sldId="263"/>
            <ac:spMk id="10" creationId="{890C911A-3F1A-B164-B17D-232AFF3B143F}"/>
          </ac:spMkLst>
        </pc:spChg>
        <pc:picChg chg="add mod">
          <ac:chgData name="Nathan Beer" userId="749d00a89d2b4bfd" providerId="LiveId" clId="{0DF5AC88-6CCA-4CEA-AB75-D322A32B2D03}" dt="2026-06-15T06:21:54.401" v="67"/>
          <ac:picMkLst>
            <pc:docMk/>
            <pc:sldMk cId="3230590" sldId="263"/>
            <ac:picMk id="6" creationId="{AF30BE65-A3FC-2E39-45EA-408F062F94A4}"/>
          </ac:picMkLst>
        </pc:picChg>
        <pc:picChg chg="add mod">
          <ac:chgData name="Nathan Beer" userId="749d00a89d2b4bfd" providerId="LiveId" clId="{0DF5AC88-6CCA-4CEA-AB75-D322A32B2D03}" dt="2026-06-15T06:22:00.186" v="69"/>
          <ac:picMkLst>
            <pc:docMk/>
            <pc:sldMk cId="3230590" sldId="263"/>
            <ac:picMk id="8" creationId="{16B4E9CE-0A2B-29E7-0519-24B2E0CD8DB3}"/>
          </ac:picMkLst>
        </pc:picChg>
        <pc:picChg chg="add mod">
          <ac:chgData name="Nathan Beer" userId="749d00a89d2b4bfd" providerId="LiveId" clId="{0DF5AC88-6CCA-4CEA-AB75-D322A32B2D03}" dt="2026-06-15T06:22:04.197" v="70"/>
          <ac:picMkLst>
            <pc:docMk/>
            <pc:sldMk cId="3230590" sldId="263"/>
            <ac:picMk id="9" creationId="{F96B7D1D-A7C9-46FA-9ACA-7CA0E5802C42}"/>
          </ac:picMkLst>
        </pc:picChg>
      </pc:sldChg>
      <pc:sldChg chg="addSp modSp new mod">
        <pc:chgData name="Nathan Beer" userId="749d00a89d2b4bfd" providerId="LiveId" clId="{0DF5AC88-6CCA-4CEA-AB75-D322A32B2D03}" dt="2026-06-15T07:11:26.006" v="92" actId="2711"/>
        <pc:sldMkLst>
          <pc:docMk/>
          <pc:sldMk cId="2291373317" sldId="264"/>
        </pc:sldMkLst>
        <pc:spChg chg="add mod">
          <ac:chgData name="Nathan Beer" userId="749d00a89d2b4bfd" providerId="LiveId" clId="{0DF5AC88-6CCA-4CEA-AB75-D322A32B2D03}" dt="2026-06-15T07:10:30.745" v="79"/>
          <ac:spMkLst>
            <pc:docMk/>
            <pc:sldMk cId="2291373317" sldId="264"/>
            <ac:spMk id="2" creationId="{503F0733-1C2A-8B6D-86C1-242E259636A8}"/>
          </ac:spMkLst>
        </pc:spChg>
        <pc:spChg chg="add mod">
          <ac:chgData name="Nathan Beer" userId="749d00a89d2b4bfd" providerId="LiveId" clId="{0DF5AC88-6CCA-4CEA-AB75-D322A32B2D03}" dt="2026-06-15T07:11:13.706" v="89" actId="2711"/>
          <ac:spMkLst>
            <pc:docMk/>
            <pc:sldMk cId="2291373317" sldId="264"/>
            <ac:spMk id="3" creationId="{6255D88F-4DA6-1761-903E-6031C365508A}"/>
          </ac:spMkLst>
        </pc:spChg>
        <pc:spChg chg="add mod">
          <ac:chgData name="Nathan Beer" userId="749d00a89d2b4bfd" providerId="LiveId" clId="{0DF5AC88-6CCA-4CEA-AB75-D322A32B2D03}" dt="2026-06-15T07:11:17.456" v="90" actId="2711"/>
          <ac:spMkLst>
            <pc:docMk/>
            <pc:sldMk cId="2291373317" sldId="264"/>
            <ac:spMk id="4" creationId="{DBE60087-42B5-7F97-0FAF-42FEBA8E5E66}"/>
          </ac:spMkLst>
        </pc:spChg>
        <pc:spChg chg="add mod">
          <ac:chgData name="Nathan Beer" userId="749d00a89d2b4bfd" providerId="LiveId" clId="{0DF5AC88-6CCA-4CEA-AB75-D322A32B2D03}" dt="2026-06-15T07:11:20.601" v="91" actId="2711"/>
          <ac:spMkLst>
            <pc:docMk/>
            <pc:sldMk cId="2291373317" sldId="264"/>
            <ac:spMk id="5" creationId="{4A54B9C6-7DAF-6D9A-AC5E-9473101CF7E6}"/>
          </ac:spMkLst>
        </pc:spChg>
        <pc:spChg chg="add mod">
          <ac:chgData name="Nathan Beer" userId="749d00a89d2b4bfd" providerId="LiveId" clId="{0DF5AC88-6CCA-4CEA-AB75-D322A32B2D03}" dt="2026-06-15T07:11:26.006" v="92" actId="2711"/>
          <ac:spMkLst>
            <pc:docMk/>
            <pc:sldMk cId="2291373317" sldId="264"/>
            <ac:spMk id="6" creationId="{ADB6617A-D710-1CEB-FBAA-91D52346ABC1}"/>
          </ac:spMkLst>
        </pc:spChg>
        <pc:spChg chg="add mod">
          <ac:chgData name="Nathan Beer" userId="749d00a89d2b4bfd" providerId="LiveId" clId="{0DF5AC88-6CCA-4CEA-AB75-D322A32B2D03}" dt="2026-06-15T07:10:51.256" v="85"/>
          <ac:spMkLst>
            <pc:docMk/>
            <pc:sldMk cId="2291373317" sldId="264"/>
            <ac:spMk id="8" creationId="{4B104D3B-3883-A4B9-B9D5-9DD9CC6D768E}"/>
          </ac:spMkLst>
        </pc:spChg>
        <pc:spChg chg="mod">
          <ac:chgData name="Nathan Beer" userId="749d00a89d2b4bfd" providerId="LiveId" clId="{0DF5AC88-6CCA-4CEA-AB75-D322A32B2D03}" dt="2026-06-15T07:11:05.101" v="88" actId="1076"/>
          <ac:spMkLst>
            <pc:docMk/>
            <pc:sldMk cId="2291373317" sldId="264"/>
            <ac:spMk id="11" creationId="{2953A7F2-B4BB-FF2D-D451-0E2D073534F4}"/>
          </ac:spMkLst>
        </pc:spChg>
        <pc:spChg chg="mod">
          <ac:chgData name="Nathan Beer" userId="749d00a89d2b4bfd" providerId="LiveId" clId="{0DF5AC88-6CCA-4CEA-AB75-D322A32B2D03}" dt="2026-06-15T07:11:05.101" v="88" actId="1076"/>
          <ac:spMkLst>
            <pc:docMk/>
            <pc:sldMk cId="2291373317" sldId="264"/>
            <ac:spMk id="12" creationId="{51E134FC-1872-F7D8-61C2-7DED2482F9BB}"/>
          </ac:spMkLst>
        </pc:spChg>
        <pc:spChg chg="mod">
          <ac:chgData name="Nathan Beer" userId="749d00a89d2b4bfd" providerId="LiveId" clId="{0DF5AC88-6CCA-4CEA-AB75-D322A32B2D03}" dt="2026-06-15T07:11:05.101" v="88" actId="1076"/>
          <ac:spMkLst>
            <pc:docMk/>
            <pc:sldMk cId="2291373317" sldId="264"/>
            <ac:spMk id="13" creationId="{5ED39F9F-5BF4-8FC8-43C7-00C2196EA72E}"/>
          </ac:spMkLst>
        </pc:spChg>
        <pc:spChg chg="mod">
          <ac:chgData name="Nathan Beer" userId="749d00a89d2b4bfd" providerId="LiveId" clId="{0DF5AC88-6CCA-4CEA-AB75-D322A32B2D03}" dt="2026-06-15T07:11:05.101" v="88" actId="1076"/>
          <ac:spMkLst>
            <pc:docMk/>
            <pc:sldMk cId="2291373317" sldId="264"/>
            <ac:spMk id="14" creationId="{68CE1ABB-F9E9-182B-CD2E-B4F70FEC1F1B}"/>
          </ac:spMkLst>
        </pc:spChg>
        <pc:spChg chg="mod">
          <ac:chgData name="Nathan Beer" userId="749d00a89d2b4bfd" providerId="LiveId" clId="{0DF5AC88-6CCA-4CEA-AB75-D322A32B2D03}" dt="2026-06-15T07:11:05.101" v="88" actId="1076"/>
          <ac:spMkLst>
            <pc:docMk/>
            <pc:sldMk cId="2291373317" sldId="264"/>
            <ac:spMk id="16" creationId="{9C4857AD-F17D-B7C1-B26A-5FD58FED96BB}"/>
          </ac:spMkLst>
        </pc:spChg>
        <pc:spChg chg="mod">
          <ac:chgData name="Nathan Beer" userId="749d00a89d2b4bfd" providerId="LiveId" clId="{0DF5AC88-6CCA-4CEA-AB75-D322A32B2D03}" dt="2026-06-15T07:11:05.101" v="88" actId="1076"/>
          <ac:spMkLst>
            <pc:docMk/>
            <pc:sldMk cId="2291373317" sldId="264"/>
            <ac:spMk id="18" creationId="{A4CB55CE-0479-F83D-D400-EC7B0930254B}"/>
          </ac:spMkLst>
        </pc:spChg>
        <pc:grpChg chg="add mod">
          <ac:chgData name="Nathan Beer" userId="749d00a89d2b4bfd" providerId="LiveId" clId="{0DF5AC88-6CCA-4CEA-AB75-D322A32B2D03}" dt="2026-06-15T07:11:05.101" v="88" actId="1076"/>
          <ac:grpSpMkLst>
            <pc:docMk/>
            <pc:sldMk cId="2291373317" sldId="264"/>
            <ac:grpSpMk id="9" creationId="{6128219F-7593-B989-25FF-821F916A1383}"/>
          </ac:grpSpMkLst>
        </pc:grpChg>
        <pc:grpChg chg="mod">
          <ac:chgData name="Nathan Beer" userId="749d00a89d2b4bfd" providerId="LiveId" clId="{0DF5AC88-6CCA-4CEA-AB75-D322A32B2D03}" dt="2026-06-15T07:11:05.101" v="88" actId="1076"/>
          <ac:grpSpMkLst>
            <pc:docMk/>
            <pc:sldMk cId="2291373317" sldId="264"/>
            <ac:grpSpMk id="10" creationId="{10AA29D8-6CC4-793E-7800-BA8546DACDAD}"/>
          </ac:grpSpMkLst>
        </pc:grpChg>
        <pc:picChg chg="add mod">
          <ac:chgData name="Nathan Beer" userId="749d00a89d2b4bfd" providerId="LiveId" clId="{0DF5AC88-6CCA-4CEA-AB75-D322A32B2D03}" dt="2026-06-15T07:10:47.830" v="84"/>
          <ac:picMkLst>
            <pc:docMk/>
            <pc:sldMk cId="2291373317" sldId="264"/>
            <ac:picMk id="7" creationId="{47EA3701-CFA7-1DA3-6204-4E7DB60F0049}"/>
          </ac:picMkLst>
        </pc:picChg>
        <pc:picChg chg="mod">
          <ac:chgData name="Nathan Beer" userId="749d00a89d2b4bfd" providerId="LiveId" clId="{0DF5AC88-6CCA-4CEA-AB75-D322A32B2D03}" dt="2026-06-15T07:11:05.101" v="88" actId="1076"/>
          <ac:picMkLst>
            <pc:docMk/>
            <pc:sldMk cId="2291373317" sldId="264"/>
            <ac:picMk id="15" creationId="{6ECC343B-FC6C-BE82-7819-28CDA1B1885E}"/>
          </ac:picMkLst>
        </pc:picChg>
        <pc:picChg chg="mod">
          <ac:chgData name="Nathan Beer" userId="749d00a89d2b4bfd" providerId="LiveId" clId="{0DF5AC88-6CCA-4CEA-AB75-D322A32B2D03}" dt="2026-06-15T07:11:05.101" v="88" actId="1076"/>
          <ac:picMkLst>
            <pc:docMk/>
            <pc:sldMk cId="2291373317" sldId="264"/>
            <ac:picMk id="17" creationId="{88C9A711-91CB-0AE5-CDB3-D11207A81AAC}"/>
          </ac:picMkLst>
        </pc:picChg>
      </pc:sldChg>
      <pc:sldChg chg="addSp modSp new">
        <pc:chgData name="Nathan Beer" userId="749d00a89d2b4bfd" providerId="LiveId" clId="{0DF5AC88-6CCA-4CEA-AB75-D322A32B2D03}" dt="2026-06-15T07:11:52.573" v="98"/>
        <pc:sldMkLst>
          <pc:docMk/>
          <pc:sldMk cId="1352537344" sldId="265"/>
        </pc:sldMkLst>
        <pc:spChg chg="add mod">
          <ac:chgData name="Nathan Beer" userId="749d00a89d2b4bfd" providerId="LiveId" clId="{0DF5AC88-6CCA-4CEA-AB75-D322A32B2D03}" dt="2026-06-15T07:11:39.112" v="94"/>
          <ac:spMkLst>
            <pc:docMk/>
            <pc:sldMk cId="1352537344" sldId="265"/>
            <ac:spMk id="2" creationId="{0DB65830-A6FA-140A-71BC-A20B53B3611A}"/>
          </ac:spMkLst>
        </pc:spChg>
        <pc:spChg chg="add mod">
          <ac:chgData name="Nathan Beer" userId="749d00a89d2b4bfd" providerId="LiveId" clId="{0DF5AC88-6CCA-4CEA-AB75-D322A32B2D03}" dt="2026-06-15T07:11:42.507" v="95"/>
          <ac:spMkLst>
            <pc:docMk/>
            <pc:sldMk cId="1352537344" sldId="265"/>
            <ac:spMk id="3" creationId="{7D9B8D6C-395A-1ABA-2E22-968AB6A1293C}"/>
          </ac:spMkLst>
        </pc:spChg>
        <pc:spChg chg="add mod">
          <ac:chgData name="Nathan Beer" userId="749d00a89d2b4bfd" providerId="LiveId" clId="{0DF5AC88-6CCA-4CEA-AB75-D322A32B2D03}" dt="2026-06-15T07:11:45.657" v="96"/>
          <ac:spMkLst>
            <pc:docMk/>
            <pc:sldMk cId="1352537344" sldId="265"/>
            <ac:spMk id="4" creationId="{BF68CD69-F2C3-101C-44B6-7E4F44A0F38A}"/>
          </ac:spMkLst>
        </pc:spChg>
        <pc:spChg chg="add mod">
          <ac:chgData name="Nathan Beer" userId="749d00a89d2b4bfd" providerId="LiveId" clId="{0DF5AC88-6CCA-4CEA-AB75-D322A32B2D03}" dt="2026-06-15T07:11:52.573" v="98"/>
          <ac:spMkLst>
            <pc:docMk/>
            <pc:sldMk cId="1352537344" sldId="265"/>
            <ac:spMk id="6" creationId="{62C5D027-1D28-0C0D-1929-F9DD293841EB}"/>
          </ac:spMkLst>
        </pc:spChg>
        <pc:picChg chg="add mod">
          <ac:chgData name="Nathan Beer" userId="749d00a89d2b4bfd" providerId="LiveId" clId="{0DF5AC88-6CCA-4CEA-AB75-D322A32B2D03}" dt="2026-06-15T07:11:48.367" v="97"/>
          <ac:picMkLst>
            <pc:docMk/>
            <pc:sldMk cId="1352537344" sldId="265"/>
            <ac:picMk id="5" creationId="{45F7F822-84B6-C741-B175-B0B807D5AA54}"/>
          </ac:picMkLst>
        </pc:picChg>
      </pc:sldChg>
      <pc:sldChg chg="addSp modSp new">
        <pc:chgData name="Nathan Beer" userId="749d00a89d2b4bfd" providerId="LiveId" clId="{0DF5AC88-6CCA-4CEA-AB75-D322A32B2D03}" dt="2026-06-15T07:12:16.180" v="103"/>
        <pc:sldMkLst>
          <pc:docMk/>
          <pc:sldMk cId="3197108908" sldId="266"/>
        </pc:sldMkLst>
        <pc:spChg chg="add mod">
          <ac:chgData name="Nathan Beer" userId="749d00a89d2b4bfd" providerId="LiveId" clId="{0DF5AC88-6CCA-4CEA-AB75-D322A32B2D03}" dt="2026-06-15T07:12:05.340" v="100"/>
          <ac:spMkLst>
            <pc:docMk/>
            <pc:sldMk cId="3197108908" sldId="266"/>
            <ac:spMk id="2" creationId="{CD68A39A-B863-0BE2-A066-1D42375E289C}"/>
          </ac:spMkLst>
        </pc:spChg>
        <pc:spChg chg="add mod">
          <ac:chgData name="Nathan Beer" userId="749d00a89d2b4bfd" providerId="LiveId" clId="{0DF5AC88-6CCA-4CEA-AB75-D322A32B2D03}" dt="2026-06-15T07:12:09.581" v="101"/>
          <ac:spMkLst>
            <pc:docMk/>
            <pc:sldMk cId="3197108908" sldId="266"/>
            <ac:spMk id="3" creationId="{085AC77A-25F4-51A1-5ED9-CF2D6F30BE43}"/>
          </ac:spMkLst>
        </pc:spChg>
        <pc:spChg chg="add mod">
          <ac:chgData name="Nathan Beer" userId="749d00a89d2b4bfd" providerId="LiveId" clId="{0DF5AC88-6CCA-4CEA-AB75-D322A32B2D03}" dt="2026-06-15T07:12:16.180" v="103"/>
          <ac:spMkLst>
            <pc:docMk/>
            <pc:sldMk cId="3197108908" sldId="266"/>
            <ac:spMk id="5" creationId="{DCD08F05-2916-FE33-52A9-BE5424B19007}"/>
          </ac:spMkLst>
        </pc:spChg>
        <pc:picChg chg="add mod">
          <ac:chgData name="Nathan Beer" userId="749d00a89d2b4bfd" providerId="LiveId" clId="{0DF5AC88-6CCA-4CEA-AB75-D322A32B2D03}" dt="2026-06-15T07:12:12.576" v="102"/>
          <ac:picMkLst>
            <pc:docMk/>
            <pc:sldMk cId="3197108908" sldId="266"/>
            <ac:picMk id="4" creationId="{719819BA-7421-5F7E-4B25-C77D59B7B2B2}"/>
          </ac:picMkLst>
        </pc:picChg>
      </pc:sldChg>
      <pc:sldChg chg="addSp modSp new">
        <pc:chgData name="Nathan Beer" userId="749d00a89d2b4bfd" providerId="LiveId" clId="{0DF5AC88-6CCA-4CEA-AB75-D322A32B2D03}" dt="2026-06-15T07:12:54.887" v="108"/>
        <pc:sldMkLst>
          <pc:docMk/>
          <pc:sldMk cId="1580353370" sldId="267"/>
        </pc:sldMkLst>
        <pc:spChg chg="add mod">
          <ac:chgData name="Nathan Beer" userId="749d00a89d2b4bfd" providerId="LiveId" clId="{0DF5AC88-6CCA-4CEA-AB75-D322A32B2D03}" dt="2026-06-15T07:12:45.739" v="105"/>
          <ac:spMkLst>
            <pc:docMk/>
            <pc:sldMk cId="1580353370" sldId="267"/>
            <ac:spMk id="2" creationId="{DCC5A70A-00BD-07F9-5B1E-9A5C912B108E}"/>
          </ac:spMkLst>
        </pc:spChg>
        <pc:spChg chg="add mod">
          <ac:chgData name="Nathan Beer" userId="749d00a89d2b4bfd" providerId="LiveId" clId="{0DF5AC88-6CCA-4CEA-AB75-D322A32B2D03}" dt="2026-06-15T07:12:48.754" v="106"/>
          <ac:spMkLst>
            <pc:docMk/>
            <pc:sldMk cId="1580353370" sldId="267"/>
            <ac:spMk id="3" creationId="{A2EF0D03-5D63-31CE-2C9C-1A78336D05CF}"/>
          </ac:spMkLst>
        </pc:spChg>
        <pc:spChg chg="add mod">
          <ac:chgData name="Nathan Beer" userId="749d00a89d2b4bfd" providerId="LiveId" clId="{0DF5AC88-6CCA-4CEA-AB75-D322A32B2D03}" dt="2026-06-15T07:12:51.974" v="107"/>
          <ac:spMkLst>
            <pc:docMk/>
            <pc:sldMk cId="1580353370" sldId="267"/>
            <ac:spMk id="4" creationId="{60A2E7BA-6D66-5949-EAA0-99C7032531B2}"/>
          </ac:spMkLst>
        </pc:spChg>
        <pc:spChg chg="add mod">
          <ac:chgData name="Nathan Beer" userId="749d00a89d2b4bfd" providerId="LiveId" clId="{0DF5AC88-6CCA-4CEA-AB75-D322A32B2D03}" dt="2026-06-15T07:12:54.887" v="108"/>
          <ac:spMkLst>
            <pc:docMk/>
            <pc:sldMk cId="1580353370" sldId="267"/>
            <ac:spMk id="5" creationId="{F740084A-7CAA-EC56-1217-54E877418229}"/>
          </ac:spMkLst>
        </pc:spChg>
      </pc:sldChg>
      <pc:sldChg chg="addSp modSp new">
        <pc:chgData name="Nathan Beer" userId="749d00a89d2b4bfd" providerId="LiveId" clId="{0DF5AC88-6CCA-4CEA-AB75-D322A32B2D03}" dt="2026-06-15T07:13:07.559" v="111"/>
        <pc:sldMkLst>
          <pc:docMk/>
          <pc:sldMk cId="3010407675" sldId="268"/>
        </pc:sldMkLst>
        <pc:spChg chg="add mod">
          <ac:chgData name="Nathan Beer" userId="749d00a89d2b4bfd" providerId="LiveId" clId="{0DF5AC88-6CCA-4CEA-AB75-D322A32B2D03}" dt="2026-06-15T07:13:04.562" v="110"/>
          <ac:spMkLst>
            <pc:docMk/>
            <pc:sldMk cId="3010407675" sldId="268"/>
            <ac:spMk id="2" creationId="{2437A02C-A946-12AD-2D52-D9EA6AD6D175}"/>
          </ac:spMkLst>
        </pc:spChg>
        <pc:spChg chg="add mod">
          <ac:chgData name="Nathan Beer" userId="749d00a89d2b4bfd" providerId="LiveId" clId="{0DF5AC88-6CCA-4CEA-AB75-D322A32B2D03}" dt="2026-06-15T07:13:07.559" v="111"/>
          <ac:spMkLst>
            <pc:docMk/>
            <pc:sldMk cId="3010407675" sldId="268"/>
            <ac:spMk id="3" creationId="{121CB75A-9FD7-0509-2E13-AA59CF5394B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8D78F-360A-F349-C78A-EB200DAD55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6195E7B0-4896-C3BE-858B-82A38D3669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3246268C-8C86-1B97-01F1-677B6DCF2EF7}"/>
              </a:ext>
            </a:extLst>
          </p:cNvPr>
          <p:cNvSpPr>
            <a:spLocks noGrp="1"/>
          </p:cNvSpPr>
          <p:nvPr>
            <p:ph type="dt" sz="half" idx="10"/>
          </p:nvPr>
        </p:nvSpPr>
        <p:spPr/>
        <p:txBody>
          <a:bodyPr/>
          <a:lstStyle/>
          <a:p>
            <a:fld id="{C5A04F36-27ED-4E39-82DF-AB3BBA62E06A}" type="datetimeFigureOut">
              <a:rPr lang="en-IL" smtClean="0"/>
              <a:t>15/06/2026</a:t>
            </a:fld>
            <a:endParaRPr lang="en-IL"/>
          </a:p>
        </p:txBody>
      </p:sp>
      <p:sp>
        <p:nvSpPr>
          <p:cNvPr id="5" name="Footer Placeholder 4">
            <a:extLst>
              <a:ext uri="{FF2B5EF4-FFF2-40B4-BE49-F238E27FC236}">
                <a16:creationId xmlns:a16="http://schemas.microsoft.com/office/drawing/2014/main" id="{87E1802A-2889-8101-7D7B-04928F35C0D9}"/>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6C19786-D473-03D5-825A-17C2EDE269D0}"/>
              </a:ext>
            </a:extLst>
          </p:cNvPr>
          <p:cNvSpPr>
            <a:spLocks noGrp="1"/>
          </p:cNvSpPr>
          <p:nvPr>
            <p:ph type="sldNum" sz="quarter" idx="12"/>
          </p:nvPr>
        </p:nvSpPr>
        <p:spPr/>
        <p:txBody>
          <a:bodyPr/>
          <a:lstStyle/>
          <a:p>
            <a:fld id="{0588A2BE-596D-4C48-B1DF-098DEC80698B}" type="slidenum">
              <a:rPr lang="en-IL" smtClean="0"/>
              <a:t>‹#›</a:t>
            </a:fld>
            <a:endParaRPr lang="en-IL"/>
          </a:p>
        </p:txBody>
      </p:sp>
    </p:spTree>
    <p:extLst>
      <p:ext uri="{BB962C8B-B14F-4D97-AF65-F5344CB8AC3E}">
        <p14:creationId xmlns:p14="http://schemas.microsoft.com/office/powerpoint/2010/main" val="3784777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E0787-9868-3065-5059-5AE633DC54C8}"/>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A596CB1B-3ADC-E5F1-C391-14C39636EB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A28EA88-3438-883E-F35E-6F0E64E46FD4}"/>
              </a:ext>
            </a:extLst>
          </p:cNvPr>
          <p:cNvSpPr>
            <a:spLocks noGrp="1"/>
          </p:cNvSpPr>
          <p:nvPr>
            <p:ph type="dt" sz="half" idx="10"/>
          </p:nvPr>
        </p:nvSpPr>
        <p:spPr/>
        <p:txBody>
          <a:bodyPr/>
          <a:lstStyle/>
          <a:p>
            <a:fld id="{C5A04F36-27ED-4E39-82DF-AB3BBA62E06A}" type="datetimeFigureOut">
              <a:rPr lang="en-IL" smtClean="0"/>
              <a:t>15/06/2026</a:t>
            </a:fld>
            <a:endParaRPr lang="en-IL"/>
          </a:p>
        </p:txBody>
      </p:sp>
      <p:sp>
        <p:nvSpPr>
          <p:cNvPr id="5" name="Footer Placeholder 4">
            <a:extLst>
              <a:ext uri="{FF2B5EF4-FFF2-40B4-BE49-F238E27FC236}">
                <a16:creationId xmlns:a16="http://schemas.microsoft.com/office/drawing/2014/main" id="{4AA11EED-81FB-EF1B-02C5-6A5C8771B2D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5F80F77-305E-1B85-6529-511B67C160AE}"/>
              </a:ext>
            </a:extLst>
          </p:cNvPr>
          <p:cNvSpPr>
            <a:spLocks noGrp="1"/>
          </p:cNvSpPr>
          <p:nvPr>
            <p:ph type="sldNum" sz="quarter" idx="12"/>
          </p:nvPr>
        </p:nvSpPr>
        <p:spPr/>
        <p:txBody>
          <a:bodyPr/>
          <a:lstStyle/>
          <a:p>
            <a:fld id="{0588A2BE-596D-4C48-B1DF-098DEC80698B}" type="slidenum">
              <a:rPr lang="en-IL" smtClean="0"/>
              <a:t>‹#›</a:t>
            </a:fld>
            <a:endParaRPr lang="en-IL"/>
          </a:p>
        </p:txBody>
      </p:sp>
    </p:spTree>
    <p:extLst>
      <p:ext uri="{BB962C8B-B14F-4D97-AF65-F5344CB8AC3E}">
        <p14:creationId xmlns:p14="http://schemas.microsoft.com/office/powerpoint/2010/main" val="3245421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41C06-9250-D57A-3352-9324084A40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70EB92E1-772E-5F81-0F73-1C99881CF2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82F34A-BA98-9A19-DA82-008AFBF36039}"/>
              </a:ext>
            </a:extLst>
          </p:cNvPr>
          <p:cNvSpPr>
            <a:spLocks noGrp="1"/>
          </p:cNvSpPr>
          <p:nvPr>
            <p:ph type="dt" sz="half" idx="10"/>
          </p:nvPr>
        </p:nvSpPr>
        <p:spPr/>
        <p:txBody>
          <a:bodyPr/>
          <a:lstStyle/>
          <a:p>
            <a:fld id="{C5A04F36-27ED-4E39-82DF-AB3BBA62E06A}" type="datetimeFigureOut">
              <a:rPr lang="en-IL" smtClean="0"/>
              <a:t>15/06/2026</a:t>
            </a:fld>
            <a:endParaRPr lang="en-IL"/>
          </a:p>
        </p:txBody>
      </p:sp>
      <p:sp>
        <p:nvSpPr>
          <p:cNvPr id="5" name="Footer Placeholder 4">
            <a:extLst>
              <a:ext uri="{FF2B5EF4-FFF2-40B4-BE49-F238E27FC236}">
                <a16:creationId xmlns:a16="http://schemas.microsoft.com/office/drawing/2014/main" id="{AAF1CA60-6AA4-A9A8-2C2A-80002F7EB87C}"/>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DB1FAE4-CDCA-C05C-DA20-8C8A5DC3A227}"/>
              </a:ext>
            </a:extLst>
          </p:cNvPr>
          <p:cNvSpPr>
            <a:spLocks noGrp="1"/>
          </p:cNvSpPr>
          <p:nvPr>
            <p:ph type="sldNum" sz="quarter" idx="12"/>
          </p:nvPr>
        </p:nvSpPr>
        <p:spPr/>
        <p:txBody>
          <a:bodyPr/>
          <a:lstStyle/>
          <a:p>
            <a:fld id="{0588A2BE-596D-4C48-B1DF-098DEC80698B}" type="slidenum">
              <a:rPr lang="en-IL" smtClean="0"/>
              <a:t>‹#›</a:t>
            </a:fld>
            <a:endParaRPr lang="en-IL"/>
          </a:p>
        </p:txBody>
      </p:sp>
    </p:spTree>
    <p:extLst>
      <p:ext uri="{BB962C8B-B14F-4D97-AF65-F5344CB8AC3E}">
        <p14:creationId xmlns:p14="http://schemas.microsoft.com/office/powerpoint/2010/main" val="4227171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59DFE-B225-A2B2-2540-E5DA2E4294CF}"/>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45E2CA1-779F-399A-F57A-311F182EA8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C3FFFB80-9F58-D6EC-6553-5C893FCFCF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B576EC22-F753-9138-075D-51E7E76FBCCD}"/>
              </a:ext>
            </a:extLst>
          </p:cNvPr>
          <p:cNvSpPr>
            <a:spLocks noGrp="1"/>
          </p:cNvSpPr>
          <p:nvPr>
            <p:ph type="dt" sz="half" idx="10"/>
          </p:nvPr>
        </p:nvSpPr>
        <p:spPr/>
        <p:txBody>
          <a:bodyPr/>
          <a:lstStyle/>
          <a:p>
            <a:fld id="{C5A04F36-27ED-4E39-82DF-AB3BBA62E06A}" type="datetimeFigureOut">
              <a:rPr lang="en-IL" smtClean="0"/>
              <a:t>15/06/2026</a:t>
            </a:fld>
            <a:endParaRPr lang="en-IL"/>
          </a:p>
        </p:txBody>
      </p:sp>
      <p:sp>
        <p:nvSpPr>
          <p:cNvPr id="6" name="Footer Placeholder 5">
            <a:extLst>
              <a:ext uri="{FF2B5EF4-FFF2-40B4-BE49-F238E27FC236}">
                <a16:creationId xmlns:a16="http://schemas.microsoft.com/office/drawing/2014/main" id="{D6F51733-2FC8-1BDD-1F27-12EEE153B61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628B887F-85BF-D8DB-40A6-8B9FCB4B5362}"/>
              </a:ext>
            </a:extLst>
          </p:cNvPr>
          <p:cNvSpPr>
            <a:spLocks noGrp="1"/>
          </p:cNvSpPr>
          <p:nvPr>
            <p:ph type="sldNum" sz="quarter" idx="12"/>
          </p:nvPr>
        </p:nvSpPr>
        <p:spPr/>
        <p:txBody>
          <a:bodyPr/>
          <a:lstStyle/>
          <a:p>
            <a:fld id="{0588A2BE-596D-4C48-B1DF-098DEC80698B}" type="slidenum">
              <a:rPr lang="en-IL" smtClean="0"/>
              <a:t>‹#›</a:t>
            </a:fld>
            <a:endParaRPr lang="en-IL"/>
          </a:p>
        </p:txBody>
      </p:sp>
    </p:spTree>
    <p:extLst>
      <p:ext uri="{BB962C8B-B14F-4D97-AF65-F5344CB8AC3E}">
        <p14:creationId xmlns:p14="http://schemas.microsoft.com/office/powerpoint/2010/main" val="983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311D6-6B6F-69C8-13B9-91FD67879FC3}"/>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CE5688AC-2ACE-FD3C-CA4C-A96D221EE7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4676C2-FF5C-6BDE-B40B-2D9EBBAE45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906FE1A2-B933-4068-242C-37419C80C2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EEB8DD-8CE6-7F50-B10F-7A7A298C76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0D24F1B5-DF6F-85D1-695C-7E8A1E43AB65}"/>
              </a:ext>
            </a:extLst>
          </p:cNvPr>
          <p:cNvSpPr>
            <a:spLocks noGrp="1"/>
          </p:cNvSpPr>
          <p:nvPr>
            <p:ph type="dt" sz="half" idx="10"/>
          </p:nvPr>
        </p:nvSpPr>
        <p:spPr/>
        <p:txBody>
          <a:bodyPr/>
          <a:lstStyle/>
          <a:p>
            <a:fld id="{C5A04F36-27ED-4E39-82DF-AB3BBA62E06A}" type="datetimeFigureOut">
              <a:rPr lang="en-IL" smtClean="0"/>
              <a:t>15/06/2026</a:t>
            </a:fld>
            <a:endParaRPr lang="en-IL"/>
          </a:p>
        </p:txBody>
      </p:sp>
      <p:sp>
        <p:nvSpPr>
          <p:cNvPr id="8" name="Footer Placeholder 7">
            <a:extLst>
              <a:ext uri="{FF2B5EF4-FFF2-40B4-BE49-F238E27FC236}">
                <a16:creationId xmlns:a16="http://schemas.microsoft.com/office/drawing/2014/main" id="{856C892D-D822-BE38-DBF7-6927AACD37FC}"/>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F22BBD6D-945F-0E0C-DB4F-90F5381331FB}"/>
              </a:ext>
            </a:extLst>
          </p:cNvPr>
          <p:cNvSpPr>
            <a:spLocks noGrp="1"/>
          </p:cNvSpPr>
          <p:nvPr>
            <p:ph type="sldNum" sz="quarter" idx="12"/>
          </p:nvPr>
        </p:nvSpPr>
        <p:spPr/>
        <p:txBody>
          <a:bodyPr/>
          <a:lstStyle/>
          <a:p>
            <a:fld id="{0588A2BE-596D-4C48-B1DF-098DEC80698B}" type="slidenum">
              <a:rPr lang="en-IL" smtClean="0"/>
              <a:t>‹#›</a:t>
            </a:fld>
            <a:endParaRPr lang="en-IL"/>
          </a:p>
        </p:txBody>
      </p:sp>
    </p:spTree>
    <p:extLst>
      <p:ext uri="{BB962C8B-B14F-4D97-AF65-F5344CB8AC3E}">
        <p14:creationId xmlns:p14="http://schemas.microsoft.com/office/powerpoint/2010/main" val="276941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86829-A6B4-372C-8D1D-366BC8A07129}"/>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5660FE14-EA8F-09A1-6B43-997F00EB3442}"/>
              </a:ext>
            </a:extLst>
          </p:cNvPr>
          <p:cNvSpPr>
            <a:spLocks noGrp="1"/>
          </p:cNvSpPr>
          <p:nvPr>
            <p:ph type="dt" sz="half" idx="10"/>
          </p:nvPr>
        </p:nvSpPr>
        <p:spPr/>
        <p:txBody>
          <a:bodyPr/>
          <a:lstStyle/>
          <a:p>
            <a:fld id="{C5A04F36-27ED-4E39-82DF-AB3BBA62E06A}" type="datetimeFigureOut">
              <a:rPr lang="en-IL" smtClean="0"/>
              <a:t>15/06/2026</a:t>
            </a:fld>
            <a:endParaRPr lang="en-IL"/>
          </a:p>
        </p:txBody>
      </p:sp>
      <p:sp>
        <p:nvSpPr>
          <p:cNvPr id="4" name="Footer Placeholder 3">
            <a:extLst>
              <a:ext uri="{FF2B5EF4-FFF2-40B4-BE49-F238E27FC236}">
                <a16:creationId xmlns:a16="http://schemas.microsoft.com/office/drawing/2014/main" id="{2D6ED0C3-48B6-E84B-382D-0A4FBDA82917}"/>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F0DA51-E995-2426-634D-9772C8996B09}"/>
              </a:ext>
            </a:extLst>
          </p:cNvPr>
          <p:cNvSpPr>
            <a:spLocks noGrp="1"/>
          </p:cNvSpPr>
          <p:nvPr>
            <p:ph type="sldNum" sz="quarter" idx="12"/>
          </p:nvPr>
        </p:nvSpPr>
        <p:spPr/>
        <p:txBody>
          <a:bodyPr/>
          <a:lstStyle/>
          <a:p>
            <a:fld id="{0588A2BE-596D-4C48-B1DF-098DEC80698B}" type="slidenum">
              <a:rPr lang="en-IL" smtClean="0"/>
              <a:t>‹#›</a:t>
            </a:fld>
            <a:endParaRPr lang="en-IL"/>
          </a:p>
        </p:txBody>
      </p:sp>
    </p:spTree>
    <p:extLst>
      <p:ext uri="{BB962C8B-B14F-4D97-AF65-F5344CB8AC3E}">
        <p14:creationId xmlns:p14="http://schemas.microsoft.com/office/powerpoint/2010/main" val="1529089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2C2BEF-F28A-EAC5-CF39-87691EAF12F1}"/>
              </a:ext>
            </a:extLst>
          </p:cNvPr>
          <p:cNvSpPr>
            <a:spLocks noGrp="1"/>
          </p:cNvSpPr>
          <p:nvPr>
            <p:ph type="dt" sz="half" idx="10"/>
          </p:nvPr>
        </p:nvSpPr>
        <p:spPr/>
        <p:txBody>
          <a:bodyPr/>
          <a:lstStyle/>
          <a:p>
            <a:fld id="{C5A04F36-27ED-4E39-82DF-AB3BBA62E06A}" type="datetimeFigureOut">
              <a:rPr lang="en-IL" smtClean="0"/>
              <a:t>15/06/2026</a:t>
            </a:fld>
            <a:endParaRPr lang="en-IL"/>
          </a:p>
        </p:txBody>
      </p:sp>
      <p:sp>
        <p:nvSpPr>
          <p:cNvPr id="3" name="Footer Placeholder 2">
            <a:extLst>
              <a:ext uri="{FF2B5EF4-FFF2-40B4-BE49-F238E27FC236}">
                <a16:creationId xmlns:a16="http://schemas.microsoft.com/office/drawing/2014/main" id="{3ED5B1A9-B0B4-EA76-D98C-19E15F942B40}"/>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466AB45C-DB4D-BA6F-453A-A574DF1F1F8C}"/>
              </a:ext>
            </a:extLst>
          </p:cNvPr>
          <p:cNvSpPr>
            <a:spLocks noGrp="1"/>
          </p:cNvSpPr>
          <p:nvPr>
            <p:ph type="sldNum" sz="quarter" idx="12"/>
          </p:nvPr>
        </p:nvSpPr>
        <p:spPr/>
        <p:txBody>
          <a:bodyPr/>
          <a:lstStyle/>
          <a:p>
            <a:fld id="{0588A2BE-596D-4C48-B1DF-098DEC80698B}" type="slidenum">
              <a:rPr lang="en-IL" smtClean="0"/>
              <a:t>‹#›</a:t>
            </a:fld>
            <a:endParaRPr lang="en-IL"/>
          </a:p>
        </p:txBody>
      </p:sp>
    </p:spTree>
    <p:extLst>
      <p:ext uri="{BB962C8B-B14F-4D97-AF65-F5344CB8AC3E}">
        <p14:creationId xmlns:p14="http://schemas.microsoft.com/office/powerpoint/2010/main" val="4103508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17AD5-B3E1-65EC-2112-D78047254E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900F4BDA-BFB7-A868-67AB-E8D0E7DA89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82516291-B828-D94E-6330-6E107BFF86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264F4B-9A5E-A36C-89CA-8304D0832D39}"/>
              </a:ext>
            </a:extLst>
          </p:cNvPr>
          <p:cNvSpPr>
            <a:spLocks noGrp="1"/>
          </p:cNvSpPr>
          <p:nvPr>
            <p:ph type="dt" sz="half" idx="10"/>
          </p:nvPr>
        </p:nvSpPr>
        <p:spPr/>
        <p:txBody>
          <a:bodyPr/>
          <a:lstStyle/>
          <a:p>
            <a:fld id="{C5A04F36-27ED-4E39-82DF-AB3BBA62E06A}" type="datetimeFigureOut">
              <a:rPr lang="en-IL" smtClean="0"/>
              <a:t>15/06/2026</a:t>
            </a:fld>
            <a:endParaRPr lang="en-IL"/>
          </a:p>
        </p:txBody>
      </p:sp>
      <p:sp>
        <p:nvSpPr>
          <p:cNvPr id="6" name="Footer Placeholder 5">
            <a:extLst>
              <a:ext uri="{FF2B5EF4-FFF2-40B4-BE49-F238E27FC236}">
                <a16:creationId xmlns:a16="http://schemas.microsoft.com/office/drawing/2014/main" id="{B17CF779-E803-0BE9-BF2D-0A296A50632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ADA7FE-568E-18D4-457B-1C5B4AF70E59}"/>
              </a:ext>
            </a:extLst>
          </p:cNvPr>
          <p:cNvSpPr>
            <a:spLocks noGrp="1"/>
          </p:cNvSpPr>
          <p:nvPr>
            <p:ph type="sldNum" sz="quarter" idx="12"/>
          </p:nvPr>
        </p:nvSpPr>
        <p:spPr/>
        <p:txBody>
          <a:bodyPr/>
          <a:lstStyle/>
          <a:p>
            <a:fld id="{0588A2BE-596D-4C48-B1DF-098DEC80698B}" type="slidenum">
              <a:rPr lang="en-IL" smtClean="0"/>
              <a:t>‹#›</a:t>
            </a:fld>
            <a:endParaRPr lang="en-IL"/>
          </a:p>
        </p:txBody>
      </p:sp>
    </p:spTree>
    <p:extLst>
      <p:ext uri="{BB962C8B-B14F-4D97-AF65-F5344CB8AC3E}">
        <p14:creationId xmlns:p14="http://schemas.microsoft.com/office/powerpoint/2010/main" val="3730164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02801-D089-31D6-A6E2-1FE3AC76E8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4EC6CC6E-E82C-5A87-E41C-F9A004771E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680351DC-6517-5BCC-FD37-6DCDCB2432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83534E-8CF9-A7A2-F25F-ABAD5C2EBF4F}"/>
              </a:ext>
            </a:extLst>
          </p:cNvPr>
          <p:cNvSpPr>
            <a:spLocks noGrp="1"/>
          </p:cNvSpPr>
          <p:nvPr>
            <p:ph type="dt" sz="half" idx="10"/>
          </p:nvPr>
        </p:nvSpPr>
        <p:spPr/>
        <p:txBody>
          <a:bodyPr/>
          <a:lstStyle/>
          <a:p>
            <a:fld id="{C5A04F36-27ED-4E39-82DF-AB3BBA62E06A}" type="datetimeFigureOut">
              <a:rPr lang="en-IL" smtClean="0"/>
              <a:t>15/06/2026</a:t>
            </a:fld>
            <a:endParaRPr lang="en-IL"/>
          </a:p>
        </p:txBody>
      </p:sp>
      <p:sp>
        <p:nvSpPr>
          <p:cNvPr id="6" name="Footer Placeholder 5">
            <a:extLst>
              <a:ext uri="{FF2B5EF4-FFF2-40B4-BE49-F238E27FC236}">
                <a16:creationId xmlns:a16="http://schemas.microsoft.com/office/drawing/2014/main" id="{9B7C8CFC-E000-215D-7206-58C7289A539B}"/>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16CF99D0-2A0D-C0FF-1A8E-221969DA7C21}"/>
              </a:ext>
            </a:extLst>
          </p:cNvPr>
          <p:cNvSpPr>
            <a:spLocks noGrp="1"/>
          </p:cNvSpPr>
          <p:nvPr>
            <p:ph type="sldNum" sz="quarter" idx="12"/>
          </p:nvPr>
        </p:nvSpPr>
        <p:spPr/>
        <p:txBody>
          <a:bodyPr/>
          <a:lstStyle/>
          <a:p>
            <a:fld id="{0588A2BE-596D-4C48-B1DF-098DEC80698B}" type="slidenum">
              <a:rPr lang="en-IL" smtClean="0"/>
              <a:t>‹#›</a:t>
            </a:fld>
            <a:endParaRPr lang="en-IL"/>
          </a:p>
        </p:txBody>
      </p:sp>
    </p:spTree>
    <p:extLst>
      <p:ext uri="{BB962C8B-B14F-4D97-AF65-F5344CB8AC3E}">
        <p14:creationId xmlns:p14="http://schemas.microsoft.com/office/powerpoint/2010/main" val="1784473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D839A-D617-0BDA-3A8A-6E092F7997F8}"/>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F6B0BFB3-FEB9-30CF-9C0B-3FC8E8EBBC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1B112D65-83AB-2888-D68E-FD475FA05394}"/>
              </a:ext>
            </a:extLst>
          </p:cNvPr>
          <p:cNvSpPr>
            <a:spLocks noGrp="1"/>
          </p:cNvSpPr>
          <p:nvPr>
            <p:ph type="dt" sz="half" idx="10"/>
          </p:nvPr>
        </p:nvSpPr>
        <p:spPr/>
        <p:txBody>
          <a:bodyPr/>
          <a:lstStyle/>
          <a:p>
            <a:fld id="{C5A04F36-27ED-4E39-82DF-AB3BBA62E06A}" type="datetimeFigureOut">
              <a:rPr lang="en-IL" smtClean="0"/>
              <a:t>15/06/2026</a:t>
            </a:fld>
            <a:endParaRPr lang="en-IL"/>
          </a:p>
        </p:txBody>
      </p:sp>
      <p:sp>
        <p:nvSpPr>
          <p:cNvPr id="5" name="Footer Placeholder 4">
            <a:extLst>
              <a:ext uri="{FF2B5EF4-FFF2-40B4-BE49-F238E27FC236}">
                <a16:creationId xmlns:a16="http://schemas.microsoft.com/office/drawing/2014/main" id="{16903979-0897-6BBA-E83E-23C44DED869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84C183B9-1D19-520C-3492-85792ED2FC45}"/>
              </a:ext>
            </a:extLst>
          </p:cNvPr>
          <p:cNvSpPr>
            <a:spLocks noGrp="1"/>
          </p:cNvSpPr>
          <p:nvPr>
            <p:ph type="sldNum" sz="quarter" idx="12"/>
          </p:nvPr>
        </p:nvSpPr>
        <p:spPr/>
        <p:txBody>
          <a:bodyPr/>
          <a:lstStyle/>
          <a:p>
            <a:fld id="{0588A2BE-596D-4C48-B1DF-098DEC80698B}" type="slidenum">
              <a:rPr lang="en-IL" smtClean="0"/>
              <a:t>‹#›</a:t>
            </a:fld>
            <a:endParaRPr lang="en-IL"/>
          </a:p>
        </p:txBody>
      </p:sp>
    </p:spTree>
    <p:extLst>
      <p:ext uri="{BB962C8B-B14F-4D97-AF65-F5344CB8AC3E}">
        <p14:creationId xmlns:p14="http://schemas.microsoft.com/office/powerpoint/2010/main" val="1782316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2EB547-8837-FFAB-738C-A7624D2E272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85E40F7F-96FF-8DEA-6ADB-4F04D43C87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984F7937-BCB0-2249-4D53-5806927527BF}"/>
              </a:ext>
            </a:extLst>
          </p:cNvPr>
          <p:cNvSpPr>
            <a:spLocks noGrp="1"/>
          </p:cNvSpPr>
          <p:nvPr>
            <p:ph type="dt" sz="half" idx="10"/>
          </p:nvPr>
        </p:nvSpPr>
        <p:spPr/>
        <p:txBody>
          <a:bodyPr/>
          <a:lstStyle/>
          <a:p>
            <a:fld id="{C5A04F36-27ED-4E39-82DF-AB3BBA62E06A}" type="datetimeFigureOut">
              <a:rPr lang="en-IL" smtClean="0"/>
              <a:t>15/06/2026</a:t>
            </a:fld>
            <a:endParaRPr lang="en-IL"/>
          </a:p>
        </p:txBody>
      </p:sp>
      <p:sp>
        <p:nvSpPr>
          <p:cNvPr id="5" name="Footer Placeholder 4">
            <a:extLst>
              <a:ext uri="{FF2B5EF4-FFF2-40B4-BE49-F238E27FC236}">
                <a16:creationId xmlns:a16="http://schemas.microsoft.com/office/drawing/2014/main" id="{259E328F-BEE0-97E2-7E63-6FF4458C211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CA17469E-432A-7908-B4D0-89BCA0CBD880}"/>
              </a:ext>
            </a:extLst>
          </p:cNvPr>
          <p:cNvSpPr>
            <a:spLocks noGrp="1"/>
          </p:cNvSpPr>
          <p:nvPr>
            <p:ph type="sldNum" sz="quarter" idx="12"/>
          </p:nvPr>
        </p:nvSpPr>
        <p:spPr/>
        <p:txBody>
          <a:bodyPr/>
          <a:lstStyle/>
          <a:p>
            <a:fld id="{0588A2BE-596D-4C48-B1DF-098DEC80698B}" type="slidenum">
              <a:rPr lang="en-IL" smtClean="0"/>
              <a:t>‹#›</a:t>
            </a:fld>
            <a:endParaRPr lang="en-IL"/>
          </a:p>
        </p:txBody>
      </p:sp>
    </p:spTree>
    <p:extLst>
      <p:ext uri="{BB962C8B-B14F-4D97-AF65-F5344CB8AC3E}">
        <p14:creationId xmlns:p14="http://schemas.microsoft.com/office/powerpoint/2010/main" val="177593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633DAF-C9D1-30E1-FC3D-25FF96BEB0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72A76790-D028-18AB-F445-B2581B0523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3AEF672-B3E2-103A-5BFD-43885B3D54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A04F36-27ED-4E39-82DF-AB3BBA62E06A}" type="datetimeFigureOut">
              <a:rPr lang="en-IL" smtClean="0"/>
              <a:t>15/06/2026</a:t>
            </a:fld>
            <a:endParaRPr lang="en-IL"/>
          </a:p>
        </p:txBody>
      </p:sp>
      <p:sp>
        <p:nvSpPr>
          <p:cNvPr id="5" name="Footer Placeholder 4">
            <a:extLst>
              <a:ext uri="{FF2B5EF4-FFF2-40B4-BE49-F238E27FC236}">
                <a16:creationId xmlns:a16="http://schemas.microsoft.com/office/drawing/2014/main" id="{ABE84EF1-3900-194F-FE63-80FAD37346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3E2FD27A-2FB6-A375-9163-D7F3228BE5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88A2BE-596D-4C48-B1DF-098DEC80698B}" type="slidenum">
              <a:rPr lang="en-IL" smtClean="0"/>
              <a:t>‹#›</a:t>
            </a:fld>
            <a:endParaRPr lang="en-IL"/>
          </a:p>
        </p:txBody>
      </p:sp>
    </p:spTree>
    <p:extLst>
      <p:ext uri="{BB962C8B-B14F-4D97-AF65-F5344CB8AC3E}">
        <p14:creationId xmlns:p14="http://schemas.microsoft.com/office/powerpoint/2010/main" val="18446685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afb.org/role-guide-dogs-joint-afb-gdb-report/why-not-use-guide-dog" TargetMode="External"/><Relationship Id="rId2" Type="http://schemas.openxmlformats.org/officeDocument/2006/relationships/hyperlink" Target="https://www.abc.net.au/news/2024-07-02/robot-guide-dog-could-help-visually-impaired-people-daily-life/104047974" TargetMode="External"/><Relationship Id="rId1" Type="http://schemas.openxmlformats.org/officeDocument/2006/relationships/slideLayout" Target="../slideLayouts/slideLayout7.xml"/><Relationship Id="rId5" Type="http://schemas.openxmlformats.org/officeDocument/2006/relationships/hyperlink" Target="https://www.datacamp.com/tutorial/a-star-algorithm" TargetMode="External"/><Relationship Id="rId4" Type="http://schemas.openxmlformats.org/officeDocument/2006/relationships/hyperlink" Target="https://www.yahboom.net/study/DOGZILLA-Lit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קובץ:Logo hit+50.jpg – ויקיפדיה">
            <a:extLst>
              <a:ext uri="{FF2B5EF4-FFF2-40B4-BE49-F238E27FC236}">
                <a16:creationId xmlns:a16="http://schemas.microsoft.com/office/drawing/2014/main" id="{3357FA5F-FF5B-14A9-00EE-068B94A46DE9}"/>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0058400" y="0"/>
            <a:ext cx="2133600" cy="150853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349EA2D-2F78-310E-EBD4-71A625752D80}"/>
              </a:ext>
            </a:extLst>
          </p:cNvPr>
          <p:cNvSpPr txBox="1"/>
          <p:nvPr/>
        </p:nvSpPr>
        <p:spPr>
          <a:xfrm>
            <a:off x="690195" y="1375526"/>
            <a:ext cx="10811605" cy="1354217"/>
          </a:xfrm>
          <a:prstGeom prst="rect">
            <a:avLst/>
          </a:prstGeom>
          <a:noFill/>
        </p:spPr>
        <p:txBody>
          <a:bodyPr wrap="square" rtlCol="0">
            <a:spAutoFit/>
          </a:bodyPr>
          <a:lstStyle/>
          <a:p>
            <a:pPr algn="ctr"/>
            <a:r>
              <a:rPr lang="en-US" sz="3200" b="1" u="sng" dirty="0"/>
              <a:t>Intelligent Navigation-Assistant Dog for the Visually Impaired People Based On Pretrained AI Models</a:t>
            </a:r>
            <a:endParaRPr lang="en-IL" sz="3200" b="1" u="sng" dirty="0"/>
          </a:p>
          <a:p>
            <a:pPr algn="ctr"/>
            <a:endParaRPr lang="en-US" dirty="0"/>
          </a:p>
        </p:txBody>
      </p:sp>
      <p:sp>
        <p:nvSpPr>
          <p:cNvPr id="5" name="TextBox 4">
            <a:extLst>
              <a:ext uri="{FF2B5EF4-FFF2-40B4-BE49-F238E27FC236}">
                <a16:creationId xmlns:a16="http://schemas.microsoft.com/office/drawing/2014/main" id="{73299488-E96B-9801-9051-3E5B566F8584}"/>
              </a:ext>
            </a:extLst>
          </p:cNvPr>
          <p:cNvSpPr txBox="1"/>
          <p:nvPr/>
        </p:nvSpPr>
        <p:spPr>
          <a:xfrm>
            <a:off x="4240650" y="2729743"/>
            <a:ext cx="3710696" cy="400110"/>
          </a:xfrm>
          <a:prstGeom prst="rect">
            <a:avLst/>
          </a:prstGeom>
          <a:noFill/>
        </p:spPr>
        <p:txBody>
          <a:bodyPr wrap="none" rtlCol="0">
            <a:spAutoFit/>
          </a:bodyPr>
          <a:lstStyle/>
          <a:p>
            <a:r>
              <a:rPr lang="en-US" sz="2000" dirty="0"/>
              <a:t>Nathan Beer and Tomer </a:t>
            </a:r>
            <a:r>
              <a:rPr lang="en-US" sz="2000" dirty="0" err="1"/>
              <a:t>Bengayev</a:t>
            </a:r>
            <a:endParaRPr lang="en-US" sz="2000" dirty="0"/>
          </a:p>
        </p:txBody>
      </p:sp>
      <p:sp>
        <p:nvSpPr>
          <p:cNvPr id="6" name="TextBox 5">
            <a:extLst>
              <a:ext uri="{FF2B5EF4-FFF2-40B4-BE49-F238E27FC236}">
                <a16:creationId xmlns:a16="http://schemas.microsoft.com/office/drawing/2014/main" id="{747A6ED5-DA81-952E-92C1-A3D73EE744F9}"/>
              </a:ext>
            </a:extLst>
          </p:cNvPr>
          <p:cNvSpPr txBox="1"/>
          <p:nvPr/>
        </p:nvSpPr>
        <p:spPr>
          <a:xfrm>
            <a:off x="3888952" y="3209631"/>
            <a:ext cx="4414093" cy="369332"/>
          </a:xfrm>
          <a:prstGeom prst="rect">
            <a:avLst/>
          </a:prstGeom>
          <a:noFill/>
        </p:spPr>
        <p:txBody>
          <a:bodyPr wrap="none" rtlCol="0">
            <a:spAutoFit/>
          </a:bodyPr>
          <a:lstStyle/>
          <a:p>
            <a:r>
              <a:rPr lang="en-US" dirty="0"/>
              <a:t>Instructor: </a:t>
            </a:r>
            <a:r>
              <a:rPr lang="en-US" dirty="0" err="1"/>
              <a:t>Idan</a:t>
            </a:r>
            <a:r>
              <a:rPr lang="en-US" dirty="0"/>
              <a:t> </a:t>
            </a:r>
            <a:r>
              <a:rPr lang="en-US" dirty="0" err="1"/>
              <a:t>Tobis</a:t>
            </a:r>
            <a:r>
              <a:rPr lang="en-US" dirty="0"/>
              <a:t> and Dr. </a:t>
            </a:r>
            <a:r>
              <a:rPr lang="en-US" dirty="0" err="1"/>
              <a:t>Yakov</a:t>
            </a:r>
            <a:r>
              <a:rPr lang="en-US" dirty="0"/>
              <a:t> </a:t>
            </a:r>
            <a:r>
              <a:rPr lang="en-US" dirty="0" err="1"/>
              <a:t>Damatov</a:t>
            </a:r>
            <a:r>
              <a:rPr lang="en-US" dirty="0"/>
              <a:t> </a:t>
            </a:r>
          </a:p>
        </p:txBody>
      </p:sp>
      <p:sp>
        <p:nvSpPr>
          <p:cNvPr id="7" name="TextBox 6">
            <a:extLst>
              <a:ext uri="{FF2B5EF4-FFF2-40B4-BE49-F238E27FC236}">
                <a16:creationId xmlns:a16="http://schemas.microsoft.com/office/drawing/2014/main" id="{F757363A-AF75-75C9-B09B-03D5D3FBB3EB}"/>
              </a:ext>
            </a:extLst>
          </p:cNvPr>
          <p:cNvSpPr txBox="1"/>
          <p:nvPr/>
        </p:nvSpPr>
        <p:spPr>
          <a:xfrm>
            <a:off x="4349591" y="3613666"/>
            <a:ext cx="3492816" cy="369332"/>
          </a:xfrm>
          <a:prstGeom prst="rect">
            <a:avLst/>
          </a:prstGeom>
          <a:noFill/>
        </p:spPr>
        <p:txBody>
          <a:bodyPr wrap="none" rtlCol="0">
            <a:spAutoFit/>
          </a:bodyPr>
          <a:lstStyle/>
          <a:p>
            <a:r>
              <a:rPr lang="en-US" dirty="0"/>
              <a:t>Course: Human-Robotic Interaction</a:t>
            </a:r>
          </a:p>
        </p:txBody>
      </p:sp>
      <p:pic>
        <p:nvPicPr>
          <p:cNvPr id="8" name="Picture 7">
            <a:extLst>
              <a:ext uri="{FF2B5EF4-FFF2-40B4-BE49-F238E27FC236}">
                <a16:creationId xmlns:a16="http://schemas.microsoft.com/office/drawing/2014/main" id="{98AA81F5-A973-907D-4DDF-BBB1D4CF08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1425" y="4142555"/>
            <a:ext cx="2489149" cy="2489149"/>
          </a:xfrm>
          <a:prstGeom prst="rect">
            <a:avLst/>
          </a:prstGeom>
        </p:spPr>
      </p:pic>
    </p:spTree>
    <p:extLst>
      <p:ext uri="{BB962C8B-B14F-4D97-AF65-F5344CB8AC3E}">
        <p14:creationId xmlns:p14="http://schemas.microsoft.com/office/powerpoint/2010/main" val="3508512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03A522-2874-E971-24C9-A8308A38AAF7}"/>
              </a:ext>
            </a:extLst>
          </p:cNvPr>
          <p:cNvSpPr txBox="1"/>
          <p:nvPr/>
        </p:nvSpPr>
        <p:spPr>
          <a:xfrm>
            <a:off x="506027" y="292963"/>
            <a:ext cx="2423292" cy="861774"/>
          </a:xfrm>
          <a:prstGeom prst="rect">
            <a:avLst/>
          </a:prstGeom>
          <a:noFill/>
        </p:spPr>
        <p:txBody>
          <a:bodyPr wrap="none" rtlCol="0">
            <a:spAutoFit/>
          </a:bodyPr>
          <a:lstStyle/>
          <a:p>
            <a:r>
              <a:rPr lang="en-US" sz="3200" b="1" u="sng" dirty="0">
                <a:latin typeface="Calibri" panose="020F0502020204030204" pitchFamily="34" charset="0"/>
                <a:ea typeface="Calibri" panose="020F0502020204030204" pitchFamily="34" charset="0"/>
                <a:cs typeface="Calibri" panose="020F0502020204030204" pitchFamily="34" charset="0"/>
              </a:rPr>
              <a:t>Introduction:</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894DFAE5-EA6C-6184-FC4F-7CF59B3DF8D0}"/>
              </a:ext>
            </a:extLst>
          </p:cNvPr>
          <p:cNvSpPr txBox="1"/>
          <p:nvPr/>
        </p:nvSpPr>
        <p:spPr>
          <a:xfrm>
            <a:off x="506027" y="994299"/>
            <a:ext cx="3168816" cy="830997"/>
          </a:xfrm>
          <a:prstGeom prst="rect">
            <a:avLst/>
          </a:prstGeom>
          <a:noFill/>
        </p:spPr>
        <p:txBody>
          <a:bodyPr wrap="none" rtlCol="0">
            <a:spAutoFit/>
          </a:bodyPr>
          <a:lstStyle/>
          <a:p>
            <a:r>
              <a:rPr lang="en-US" sz="2400" u="sng" dirty="0">
                <a:latin typeface="Calibri" panose="020F0502020204030204" pitchFamily="34" charset="0"/>
                <a:ea typeface="Calibri" panose="020F0502020204030204" pitchFamily="34" charset="0"/>
                <a:cs typeface="Calibri" panose="020F0502020204030204" pitchFamily="34" charset="0"/>
              </a:rPr>
              <a:t>Rationale &amp; Motivation:</a:t>
            </a:r>
          </a:p>
          <a:p>
            <a:endParaRPr lang="en-US" sz="2400" u="sng"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E72BB51E-0C2A-C796-7EB5-7AD0170DF0FD}"/>
              </a:ext>
            </a:extLst>
          </p:cNvPr>
          <p:cNvSpPr txBox="1"/>
          <p:nvPr/>
        </p:nvSpPr>
        <p:spPr>
          <a:xfrm>
            <a:off x="506027" y="1640616"/>
            <a:ext cx="11124253" cy="4801314"/>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The initial phase of this Human-Robot Interaction (HRI) project involved exploring how robotics could best address various accessibility needs; ultimately, the scope was narrowed down to focus specifically on developing a solution for visually impaired individuals.</a:t>
            </a:r>
          </a:p>
          <a:p>
            <a:r>
              <a:rPr lang="en-US" dirty="0">
                <a:latin typeface="Calibri" panose="020F0502020204030204" pitchFamily="34" charset="0"/>
                <a:ea typeface="Calibri" panose="020F0502020204030204" pitchFamily="34" charset="0"/>
                <a:cs typeface="Calibri" panose="020F0502020204030204" pitchFamily="34" charset="0"/>
              </a:rPr>
              <a:t>Information of the problems with owning guide dogs was gathered from AFB (American Foundation for the Blind), a research that included three types of participants: current guide-dog users, former guide-dog users, and guide-dog nonusers.</a:t>
            </a:r>
          </a:p>
          <a:p>
            <a:r>
              <a:rPr lang="en-US" dirty="0">
                <a:latin typeface="Calibri" panose="020F0502020204030204" pitchFamily="34" charset="0"/>
                <a:ea typeface="Calibri" panose="020F0502020204030204" pitchFamily="34" charset="0"/>
                <a:cs typeface="Calibri" panose="020F0502020204030204" pitchFamily="34" charset="0"/>
              </a:rPr>
              <a:t>In the survey the nonusers were asked why they choose not to use a guide dog for help, and the researchers were given the answer that dogs are too expansive, trained guide dogs cost around 30K to 60K dollars, and they don’t see themselves capable of taking care of a dog nor wanted the burden to have that responsibility, they also don’t see how dogs could help with competing life demands.</a:t>
            </a:r>
          </a:p>
          <a:p>
            <a:r>
              <a:rPr lang="en-US" dirty="0">
                <a:latin typeface="Calibri" panose="020F0502020204030204" pitchFamily="34" charset="0"/>
                <a:ea typeface="Calibri" panose="020F0502020204030204" pitchFamily="34" charset="0"/>
                <a:cs typeface="Calibri" panose="020F0502020204030204" pitchFamily="34" charset="0"/>
              </a:rPr>
              <a:t>Another problem that came up in the survey was that when a guide dog parishes or retires and the owner gets themselves a new guide dog it takes them time to get used to the new dog, they often feel sad and guilty for the death of the previous dog which may impact the bonding with the new one.</a:t>
            </a:r>
          </a:p>
          <a:p>
            <a:r>
              <a:rPr lang="en-US" dirty="0">
                <a:latin typeface="Calibri" panose="020F0502020204030204" pitchFamily="34" charset="0"/>
                <a:ea typeface="Calibri" panose="020F0502020204030204" pitchFamily="34" charset="0"/>
                <a:cs typeface="Calibri" panose="020F0502020204030204" pitchFamily="34" charset="0"/>
              </a:rPr>
              <a:t>We can conclude from this research that while dogs can be helpful to guide blind people, there are still some problems that cannot be ignored when owning a living guide dog, and therefore this project’s goal is to mitigate these issues, and even improve the capabilities of the human’s best friend.</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54552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3F09A0-E7F0-3A9F-2D06-77ADF29CBC9E}"/>
              </a:ext>
            </a:extLst>
          </p:cNvPr>
          <p:cNvSpPr txBox="1"/>
          <p:nvPr/>
        </p:nvSpPr>
        <p:spPr>
          <a:xfrm>
            <a:off x="356616" y="363985"/>
            <a:ext cx="4569521" cy="461665"/>
          </a:xfrm>
          <a:prstGeom prst="rect">
            <a:avLst/>
          </a:prstGeom>
          <a:noFill/>
        </p:spPr>
        <p:txBody>
          <a:bodyPr wrap="none" rtlCol="0">
            <a:spAutoFit/>
          </a:bodyPr>
          <a:lstStyle/>
          <a:p>
            <a:r>
              <a:rPr lang="en-US" sz="2400" u="sng" dirty="0">
                <a:latin typeface="Calibri" panose="020F0502020204030204" pitchFamily="34" charset="0"/>
                <a:ea typeface="Calibri" panose="020F0502020204030204" pitchFamily="34" charset="0"/>
                <a:cs typeface="Calibri" panose="020F0502020204030204" pitchFamily="34" charset="0"/>
              </a:rPr>
              <a:t>Benefits of Using Robot Guide Dog:</a:t>
            </a:r>
          </a:p>
        </p:txBody>
      </p:sp>
      <p:sp>
        <p:nvSpPr>
          <p:cNvPr id="3" name="TextBox 2">
            <a:extLst>
              <a:ext uri="{FF2B5EF4-FFF2-40B4-BE49-F238E27FC236}">
                <a16:creationId xmlns:a16="http://schemas.microsoft.com/office/drawing/2014/main" id="{56BB6C15-B7CC-22BF-6930-A591B486D89A}"/>
              </a:ext>
            </a:extLst>
          </p:cNvPr>
          <p:cNvSpPr txBox="1"/>
          <p:nvPr/>
        </p:nvSpPr>
        <p:spPr>
          <a:xfrm>
            <a:off x="356616" y="825650"/>
            <a:ext cx="11761403" cy="6247864"/>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The solution for the problems that arise from owning a guide dog is to own a robot guide dog that can do numerous things that a regular dog can’t:</a:t>
            </a:r>
          </a:p>
          <a:p>
            <a:r>
              <a:rPr lang="en-US" sz="2000" dirty="0">
                <a:latin typeface="Calibri" panose="020F0502020204030204" pitchFamily="34" charset="0"/>
                <a:ea typeface="Calibri" panose="020F0502020204030204" pitchFamily="34" charset="0"/>
                <a:cs typeface="Calibri" panose="020F0502020204030204" pitchFamily="34" charset="0"/>
              </a:rPr>
              <a:t>First and foremost, one benefit of owning a robotic dog that solves a problem mentioned in the research is that a robotic dog cannot die nor retire, the owner will not have to get to the point where they need to leave the dog because they never will, the robot guide dog could serve them as long as help is needed, and not only that, a </a:t>
            </a:r>
            <a:r>
              <a:rPr lang="en-GB" sz="2000" dirty="0">
                <a:latin typeface="Calibri" panose="020F0502020204030204" pitchFamily="34" charset="0"/>
                <a:ea typeface="Calibri" panose="020F0502020204030204" pitchFamily="34" charset="0"/>
                <a:cs typeface="Calibri" panose="020F0502020204030204" pitchFamily="34" charset="0"/>
              </a:rPr>
              <a:t>robot guide dog eliminates many of the care requirements associated with living guide animals, potentially increasing availability and reducing long-term maintenance demands, when need recharging its battery, the robot guide dog can do it on its own automatically. </a:t>
            </a:r>
            <a:r>
              <a:rPr lang="en-US" sz="2000" dirty="0">
                <a:latin typeface="Calibri" panose="020F0502020204030204" pitchFamily="34" charset="0"/>
                <a:ea typeface="Calibri" panose="020F0502020204030204" pitchFamily="34" charset="0"/>
                <a:cs typeface="Calibri" panose="020F0502020204030204" pitchFamily="34" charset="0"/>
              </a:rPr>
              <a:t>More than that a robot guide dog is intelligent and can talk to the user and listen to them in any language, it can read words and numbers, know how to navigate its owner from place to place using GPS.</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Many universities were in the process of developing an intelligent guide dog that could replace a regular guide dog, for example a team researchers in J</a:t>
            </a:r>
            <a:r>
              <a:rPr lang="en-GB" sz="2000" dirty="0" err="1">
                <a:latin typeface="Calibri" panose="020F0502020204030204" pitchFamily="34" charset="0"/>
                <a:ea typeface="Calibri" panose="020F0502020204030204" pitchFamily="34" charset="0"/>
                <a:cs typeface="Calibri" panose="020F0502020204030204" pitchFamily="34" charset="0"/>
              </a:rPr>
              <a:t>iao</a:t>
            </a:r>
            <a:r>
              <a:rPr lang="en-GB" sz="2000" dirty="0">
                <a:latin typeface="Calibri" panose="020F0502020204030204" pitchFamily="34" charset="0"/>
                <a:ea typeface="Calibri" panose="020F0502020204030204" pitchFamily="34" charset="0"/>
                <a:cs typeface="Calibri" panose="020F0502020204030204" pitchFamily="34" charset="0"/>
              </a:rPr>
              <a:t> Tong, University of Shanghai</a:t>
            </a:r>
            <a:r>
              <a:rPr lang="en-US" sz="2000" dirty="0">
                <a:latin typeface="Calibri" panose="020F0502020204030204" pitchFamily="34" charset="0"/>
                <a:ea typeface="Calibri" panose="020F0502020204030204" pitchFamily="34" charset="0"/>
                <a:cs typeface="Calibri" panose="020F0502020204030204" pitchFamily="34" charset="0"/>
              </a:rPr>
              <a:t>in, that recognized a shortage in guide dogs in China decided to create robot guide dog. They developed a six-legged bulldog shaped robot that helps with navigating visually impaired people and tested it on a married couple that have difficulties in seeing, the robot had the ability to speak and listen in their language using artificial intelligence.</a:t>
            </a:r>
          </a:p>
          <a:p>
            <a:r>
              <a:rPr lang="en-US" sz="2000" dirty="0">
                <a:latin typeface="Calibri" panose="020F0502020204030204" pitchFamily="34" charset="0"/>
                <a:ea typeface="Calibri" panose="020F0502020204030204" pitchFamily="34" charset="0"/>
                <a:cs typeface="Calibri" panose="020F0502020204030204" pitchFamily="34" charset="0"/>
              </a:rPr>
              <a:t>Professor Gao, the head of the research team, said that he can produce guide dogs like he can produce cars, and by doing so more visually impaired people will have that six-legged little helper, and the shortage of guide dogs will be reduced to zero, and also the price of these robotic dogs will be more affordable.</a:t>
            </a:r>
            <a:endParaRPr lang="en-IL" sz="2000" dirty="0">
              <a:latin typeface="Calibri" panose="020F0502020204030204" pitchFamily="34" charset="0"/>
              <a:ea typeface="Calibri" panose="020F0502020204030204" pitchFamily="34" charset="0"/>
              <a:cs typeface="Calibri" panose="020F0502020204030204" pitchFamily="34" charset="0"/>
            </a:endParaRP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09019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53CADD-702C-FF3F-AA46-479A0688AE5C}"/>
              </a:ext>
            </a:extLst>
          </p:cNvPr>
          <p:cNvSpPr txBox="1"/>
          <p:nvPr/>
        </p:nvSpPr>
        <p:spPr>
          <a:xfrm>
            <a:off x="514906" y="399495"/>
            <a:ext cx="840295" cy="461665"/>
          </a:xfrm>
          <a:prstGeom prst="rect">
            <a:avLst/>
          </a:prstGeom>
          <a:noFill/>
        </p:spPr>
        <p:txBody>
          <a:bodyPr wrap="none" rtlCol="0">
            <a:spAutoFit/>
          </a:bodyPr>
          <a:lstStyle/>
          <a:p>
            <a:r>
              <a:rPr lang="en-US" sz="2400" u="sng" dirty="0">
                <a:latin typeface="Calibri" panose="020F0502020204030204" pitchFamily="34" charset="0"/>
                <a:ea typeface="Calibri" panose="020F0502020204030204" pitchFamily="34" charset="0"/>
                <a:cs typeface="Calibri" panose="020F0502020204030204" pitchFamily="34" charset="0"/>
              </a:rPr>
              <a:t>Goal:</a:t>
            </a:r>
          </a:p>
        </p:txBody>
      </p:sp>
      <p:sp>
        <p:nvSpPr>
          <p:cNvPr id="3" name="TextBox 2">
            <a:extLst>
              <a:ext uri="{FF2B5EF4-FFF2-40B4-BE49-F238E27FC236}">
                <a16:creationId xmlns:a16="http://schemas.microsoft.com/office/drawing/2014/main" id="{89E93D79-911C-9371-24E9-164E79F57167}"/>
              </a:ext>
            </a:extLst>
          </p:cNvPr>
          <p:cNvSpPr txBox="1"/>
          <p:nvPr/>
        </p:nvSpPr>
        <p:spPr>
          <a:xfrm>
            <a:off x="514905" y="1091980"/>
            <a:ext cx="11283517" cy="1015663"/>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The goal of this project is to develop a system interaction between human and a robot guide dog that could help visually impaired people navigate around the house</a:t>
            </a:r>
            <a:r>
              <a:rPr lang="en-US" sz="1400" dirty="0">
                <a:latin typeface="Calibri" panose="020F0502020204030204" pitchFamily="34" charset="0"/>
                <a:ea typeface="Calibri" panose="020F0502020204030204" pitchFamily="34" charset="0"/>
                <a:cs typeface="Calibri" panose="020F0502020204030204" pitchFamily="34" charset="0"/>
              </a:rPr>
              <a:t>*</a:t>
            </a:r>
            <a:r>
              <a:rPr lang="en-US" sz="2000" dirty="0">
                <a:latin typeface="Calibri" panose="020F0502020204030204" pitchFamily="34" charset="0"/>
                <a:ea typeface="Calibri" panose="020F0502020204030204" pitchFamily="34" charset="0"/>
                <a:cs typeface="Calibri" panose="020F0502020204030204" pitchFamily="34" charset="0"/>
              </a:rPr>
              <a:t>, help the user get to certain objects they wish to get to by communicating with the assistant dog and avoiding obstacles that might be in the way.</a:t>
            </a:r>
          </a:p>
        </p:txBody>
      </p:sp>
      <p:sp>
        <p:nvSpPr>
          <p:cNvPr id="4" name="TextBox 3">
            <a:extLst>
              <a:ext uri="{FF2B5EF4-FFF2-40B4-BE49-F238E27FC236}">
                <a16:creationId xmlns:a16="http://schemas.microsoft.com/office/drawing/2014/main" id="{21B8645D-27C8-E920-ED5B-3175D58F5CF4}"/>
              </a:ext>
            </a:extLst>
          </p:cNvPr>
          <p:cNvSpPr txBox="1"/>
          <p:nvPr/>
        </p:nvSpPr>
        <p:spPr>
          <a:xfrm>
            <a:off x="514904" y="2503138"/>
            <a:ext cx="11283517"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*Note: In this project we did not set outdoors navigation as an objective for the robotic guide dog</a:t>
            </a:r>
          </a:p>
        </p:txBody>
      </p:sp>
      <p:sp>
        <p:nvSpPr>
          <p:cNvPr id="5" name="TextBox 4">
            <a:extLst>
              <a:ext uri="{FF2B5EF4-FFF2-40B4-BE49-F238E27FC236}">
                <a16:creationId xmlns:a16="http://schemas.microsoft.com/office/drawing/2014/main" id="{DE3453F3-7342-84E3-A2CC-E48A07AE5E9A}"/>
              </a:ext>
            </a:extLst>
          </p:cNvPr>
          <p:cNvSpPr txBox="1"/>
          <p:nvPr/>
        </p:nvSpPr>
        <p:spPr>
          <a:xfrm>
            <a:off x="514904" y="2864687"/>
            <a:ext cx="917559" cy="461665"/>
          </a:xfrm>
          <a:prstGeom prst="rect">
            <a:avLst/>
          </a:prstGeom>
          <a:noFill/>
        </p:spPr>
        <p:txBody>
          <a:bodyPr wrap="none" rtlCol="0">
            <a:spAutoFit/>
          </a:bodyPr>
          <a:lstStyle/>
          <a:p>
            <a:r>
              <a:rPr lang="en-US" sz="2400" u="sng" dirty="0">
                <a:latin typeface="Calibri" panose="020F0502020204030204" pitchFamily="34" charset="0"/>
                <a:ea typeface="Calibri" panose="020F0502020204030204" pitchFamily="34" charset="0"/>
                <a:cs typeface="Calibri" panose="020F0502020204030204" pitchFamily="34" charset="0"/>
              </a:rPr>
              <a:t>Tasks:</a:t>
            </a:r>
          </a:p>
        </p:txBody>
      </p:sp>
      <p:sp>
        <p:nvSpPr>
          <p:cNvPr id="6" name="TextBox 5">
            <a:extLst>
              <a:ext uri="{FF2B5EF4-FFF2-40B4-BE49-F238E27FC236}">
                <a16:creationId xmlns:a16="http://schemas.microsoft.com/office/drawing/2014/main" id="{1C0A451C-1739-98BC-AD02-A6AEC13860EC}"/>
              </a:ext>
            </a:extLst>
          </p:cNvPr>
          <p:cNvSpPr txBox="1"/>
          <p:nvPr/>
        </p:nvSpPr>
        <p:spPr>
          <a:xfrm>
            <a:off x="514904" y="3326352"/>
            <a:ext cx="11168107" cy="3477875"/>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In order to achieve these goals there are three crucial tasks that need to be accomplished:</a:t>
            </a:r>
          </a:p>
          <a:p>
            <a:endParaRPr lang="en-US" sz="2000" b="1"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Voice-control: </a:t>
            </a:r>
            <a:r>
              <a:rPr lang="en-US" sz="2000" dirty="0">
                <a:latin typeface="Calibri" panose="020F0502020204030204" pitchFamily="34" charset="0"/>
                <a:ea typeface="Calibri" panose="020F0502020204030204" pitchFamily="34" charset="0"/>
                <a:cs typeface="Calibri" panose="020F0502020204030204" pitchFamily="34" charset="0"/>
              </a:rPr>
              <a:t>The robotic guide dog needs to be able to listen to human’s request and understand what they say.</a:t>
            </a:r>
            <a:endParaRPr lang="en-US" sz="2000" b="1" dirty="0">
              <a:latin typeface="Calibri" panose="020F0502020204030204" pitchFamily="34" charset="0"/>
              <a:ea typeface="Calibri" panose="020F0502020204030204" pitchFamily="34" charset="0"/>
              <a:cs typeface="Calibri" panose="020F0502020204030204" pitchFamily="34" charset="0"/>
            </a:endParaRP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Voice-feedback: </a:t>
            </a:r>
            <a:r>
              <a:rPr lang="en-US" sz="2000" dirty="0">
                <a:latin typeface="Calibri" panose="020F0502020204030204" pitchFamily="34" charset="0"/>
                <a:ea typeface="Calibri" panose="020F0502020204030204" pitchFamily="34" charset="0"/>
                <a:cs typeface="Calibri" panose="020F0502020204030204" pitchFamily="34" charset="0"/>
              </a:rPr>
              <a:t>The robotic guide dog needs to speak with the human, inform them of anything they need to know in the process of robotic guide dog’s navigation.</a:t>
            </a:r>
          </a:p>
          <a:p>
            <a:endParaRPr lang="en-US" sz="2000" b="1"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Navigation: </a:t>
            </a:r>
            <a:r>
              <a:rPr lang="en-US" sz="2000" dirty="0">
                <a:latin typeface="Calibri" panose="020F0502020204030204" pitchFamily="34" charset="0"/>
                <a:ea typeface="Calibri" panose="020F0502020204030204" pitchFamily="34" charset="0"/>
                <a:cs typeface="Calibri" panose="020F0502020204030204" pitchFamily="34" charset="0"/>
              </a:rPr>
              <a:t>The robotic guide dog needs to be able to navigate its user to the destination the user asks the robotic guide dog to get them to, robotic guide dog needs to be able to avoid obstacles that night appear in the way to the destination.</a:t>
            </a:r>
            <a:endParaRPr lang="en-US" sz="2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4470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67622BE-9382-B0C3-5884-8FBE8175DE59}"/>
              </a:ext>
            </a:extLst>
          </p:cNvPr>
          <p:cNvGrpSpPr/>
          <p:nvPr/>
        </p:nvGrpSpPr>
        <p:grpSpPr>
          <a:xfrm>
            <a:off x="1112752" y="1007371"/>
            <a:ext cx="9904304" cy="3495472"/>
            <a:chOff x="1112752" y="1007371"/>
            <a:chExt cx="9904304" cy="3495472"/>
          </a:xfrm>
        </p:grpSpPr>
        <p:grpSp>
          <p:nvGrpSpPr>
            <p:cNvPr id="4" name="Group 3">
              <a:extLst>
                <a:ext uri="{FF2B5EF4-FFF2-40B4-BE49-F238E27FC236}">
                  <a16:creationId xmlns:a16="http://schemas.microsoft.com/office/drawing/2014/main" id="{92DF6A37-1602-8DD5-2E90-F9846C1C42B1}"/>
                </a:ext>
              </a:extLst>
            </p:cNvPr>
            <p:cNvGrpSpPr/>
            <p:nvPr/>
          </p:nvGrpSpPr>
          <p:grpSpPr>
            <a:xfrm>
              <a:off x="3635154" y="1261918"/>
              <a:ext cx="7381902" cy="3121324"/>
              <a:chOff x="3168958" y="827908"/>
              <a:chExt cx="8429835" cy="3756113"/>
            </a:xfrm>
          </p:grpSpPr>
          <p:pic>
            <p:nvPicPr>
              <p:cNvPr id="8" name="Picture 4" descr="DOGZILLA-Lite AI Large Model Quadruped Raspberry Pi Robot Dog with robotic  arm">
                <a:extLst>
                  <a:ext uri="{FF2B5EF4-FFF2-40B4-BE49-F238E27FC236}">
                    <a16:creationId xmlns:a16="http://schemas.microsoft.com/office/drawing/2014/main" id="{B0256098-9BEC-C3A8-A1C5-0CEBE62FBB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2680" y="827908"/>
                <a:ext cx="3756113" cy="37561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9" name="Arrow: Left 8">
                <a:extLst>
                  <a:ext uri="{FF2B5EF4-FFF2-40B4-BE49-F238E27FC236}">
                    <a16:creationId xmlns:a16="http://schemas.microsoft.com/office/drawing/2014/main" id="{67D3C829-56A7-5082-36CA-669C906032CA}"/>
                  </a:ext>
                </a:extLst>
              </p:cNvPr>
              <p:cNvSpPr/>
              <p:nvPr/>
            </p:nvSpPr>
            <p:spPr>
              <a:xfrm>
                <a:off x="3178206" y="1393794"/>
                <a:ext cx="4580877" cy="1864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8C92352-B2EE-97A4-5444-5BC2C7FBBACD}"/>
                  </a:ext>
                </a:extLst>
              </p:cNvPr>
              <p:cNvSpPr txBox="1"/>
              <p:nvPr/>
            </p:nvSpPr>
            <p:spPr>
              <a:xfrm>
                <a:off x="4258911" y="1073733"/>
                <a:ext cx="2493815" cy="333333"/>
              </a:xfrm>
              <a:prstGeom prst="rect">
                <a:avLst/>
              </a:prstGeom>
              <a:noFill/>
            </p:spPr>
            <p:txBody>
              <a:bodyPr wrap="none" rtlCol="0">
                <a:spAutoFit/>
              </a:bodyPr>
              <a:lstStyle/>
              <a:p>
                <a:r>
                  <a:rPr lang="en-US" sz="1200" dirty="0"/>
                  <a:t>what would you like me to find?</a:t>
                </a:r>
              </a:p>
            </p:txBody>
          </p:sp>
          <p:sp>
            <p:nvSpPr>
              <p:cNvPr id="11" name="Arrow: Left 10">
                <a:extLst>
                  <a:ext uri="{FF2B5EF4-FFF2-40B4-BE49-F238E27FC236}">
                    <a16:creationId xmlns:a16="http://schemas.microsoft.com/office/drawing/2014/main" id="{D8FD0DBC-C7EF-4205-43E1-AC1EC54D5ACF}"/>
                  </a:ext>
                </a:extLst>
              </p:cNvPr>
              <p:cNvSpPr/>
              <p:nvPr/>
            </p:nvSpPr>
            <p:spPr>
              <a:xfrm rot="10800000">
                <a:off x="3220005" y="1945689"/>
                <a:ext cx="4580877" cy="1864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507CE3B-6400-4E5A-D7A7-CD0B1EABA912}"/>
                  </a:ext>
                </a:extLst>
              </p:cNvPr>
              <p:cNvSpPr txBox="1"/>
              <p:nvPr/>
            </p:nvSpPr>
            <p:spPr>
              <a:xfrm>
                <a:off x="4922661" y="1677252"/>
                <a:ext cx="1101488" cy="296121"/>
              </a:xfrm>
              <a:prstGeom prst="rect">
                <a:avLst/>
              </a:prstGeom>
              <a:noFill/>
            </p:spPr>
            <p:txBody>
              <a:bodyPr wrap="none" rtlCol="0">
                <a:spAutoFit/>
              </a:bodyPr>
              <a:lstStyle/>
              <a:p>
                <a:r>
                  <a:rPr lang="en-US" sz="1200" dirty="0"/>
                  <a:t>Find [object]?</a:t>
                </a:r>
              </a:p>
            </p:txBody>
          </p:sp>
          <p:sp>
            <p:nvSpPr>
              <p:cNvPr id="13" name="Arrow: Left 12">
                <a:extLst>
                  <a:ext uri="{FF2B5EF4-FFF2-40B4-BE49-F238E27FC236}">
                    <a16:creationId xmlns:a16="http://schemas.microsoft.com/office/drawing/2014/main" id="{AEC2FF77-F43C-7247-AC41-BD32EFCA1656}"/>
                  </a:ext>
                </a:extLst>
              </p:cNvPr>
              <p:cNvSpPr/>
              <p:nvPr/>
            </p:nvSpPr>
            <p:spPr>
              <a:xfrm>
                <a:off x="3187910" y="2497583"/>
                <a:ext cx="4580877" cy="1864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CD9000B-B228-F3CC-18BB-BBF00689EBFA}"/>
                  </a:ext>
                </a:extLst>
              </p:cNvPr>
              <p:cNvSpPr txBox="1"/>
              <p:nvPr/>
            </p:nvSpPr>
            <p:spPr>
              <a:xfrm>
                <a:off x="4239998" y="2211992"/>
                <a:ext cx="2251698" cy="296121"/>
              </a:xfrm>
              <a:prstGeom prst="rect">
                <a:avLst/>
              </a:prstGeom>
              <a:noFill/>
            </p:spPr>
            <p:txBody>
              <a:bodyPr wrap="none" rtlCol="0">
                <a:spAutoFit/>
              </a:bodyPr>
              <a:lstStyle/>
              <a:p>
                <a:r>
                  <a:rPr lang="en-US" sz="1200" dirty="0"/>
                  <a:t>Understood we’ll go to [object]</a:t>
                </a:r>
              </a:p>
            </p:txBody>
          </p:sp>
          <p:sp>
            <p:nvSpPr>
              <p:cNvPr id="15" name="TextBox 14">
                <a:extLst>
                  <a:ext uri="{FF2B5EF4-FFF2-40B4-BE49-F238E27FC236}">
                    <a16:creationId xmlns:a16="http://schemas.microsoft.com/office/drawing/2014/main" id="{B75A7BE5-7538-1706-F09C-C39B189681BF}"/>
                  </a:ext>
                </a:extLst>
              </p:cNvPr>
              <p:cNvSpPr txBox="1"/>
              <p:nvPr/>
            </p:nvSpPr>
            <p:spPr>
              <a:xfrm>
                <a:off x="5581465" y="2772269"/>
                <a:ext cx="1604628" cy="296121"/>
              </a:xfrm>
              <a:prstGeom prst="rect">
                <a:avLst/>
              </a:prstGeom>
              <a:noFill/>
            </p:spPr>
            <p:txBody>
              <a:bodyPr wrap="none" rtlCol="0">
                <a:spAutoFit/>
              </a:bodyPr>
              <a:lstStyle/>
              <a:p>
                <a:r>
                  <a:rPr lang="en-US" sz="1200" dirty="0"/>
                  <a:t>When object is found</a:t>
                </a:r>
              </a:p>
            </p:txBody>
          </p:sp>
          <p:sp>
            <p:nvSpPr>
              <p:cNvPr id="16" name="Oval 15">
                <a:extLst>
                  <a:ext uri="{FF2B5EF4-FFF2-40B4-BE49-F238E27FC236}">
                    <a16:creationId xmlns:a16="http://schemas.microsoft.com/office/drawing/2014/main" id="{6A7063BC-7AB4-FFEF-9921-FE29F7291497}"/>
                  </a:ext>
                </a:extLst>
              </p:cNvPr>
              <p:cNvSpPr/>
              <p:nvPr/>
            </p:nvSpPr>
            <p:spPr>
              <a:xfrm>
                <a:off x="5468644" y="2779275"/>
                <a:ext cx="71022" cy="704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91B84E4-8E06-608F-68EF-34F2B3703975}"/>
                  </a:ext>
                </a:extLst>
              </p:cNvPr>
              <p:cNvSpPr/>
              <p:nvPr/>
            </p:nvSpPr>
            <p:spPr>
              <a:xfrm>
                <a:off x="5468644" y="2902059"/>
                <a:ext cx="71022" cy="704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8FA1736-28D8-C76A-4EF0-0CC1160DDA05}"/>
                  </a:ext>
                </a:extLst>
              </p:cNvPr>
              <p:cNvSpPr/>
              <p:nvPr/>
            </p:nvSpPr>
            <p:spPr>
              <a:xfrm>
                <a:off x="5468644" y="3044818"/>
                <a:ext cx="71022" cy="704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Left 18">
                <a:extLst>
                  <a:ext uri="{FF2B5EF4-FFF2-40B4-BE49-F238E27FC236}">
                    <a16:creationId xmlns:a16="http://schemas.microsoft.com/office/drawing/2014/main" id="{FA415D15-F82B-41C9-A54A-9C5FF2DAE6F6}"/>
                  </a:ext>
                </a:extLst>
              </p:cNvPr>
              <p:cNvSpPr/>
              <p:nvPr/>
            </p:nvSpPr>
            <p:spPr>
              <a:xfrm>
                <a:off x="3187909" y="3414941"/>
                <a:ext cx="4580877" cy="1864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892D2F9-E63F-1F28-562E-1B031A90E7C9}"/>
                  </a:ext>
                </a:extLst>
              </p:cNvPr>
              <p:cNvSpPr txBox="1"/>
              <p:nvPr/>
            </p:nvSpPr>
            <p:spPr>
              <a:xfrm>
                <a:off x="3512170" y="3168301"/>
                <a:ext cx="3307988" cy="296121"/>
              </a:xfrm>
              <a:prstGeom prst="rect">
                <a:avLst/>
              </a:prstGeom>
              <a:noFill/>
            </p:spPr>
            <p:txBody>
              <a:bodyPr wrap="none" rtlCol="0">
                <a:spAutoFit/>
              </a:bodyPr>
              <a:lstStyle/>
              <a:p>
                <a:r>
                  <a:rPr lang="en-US" sz="1200" dirty="0"/>
                  <a:t>[object] was found, do you need anything else?</a:t>
                </a:r>
              </a:p>
            </p:txBody>
          </p:sp>
          <p:sp>
            <p:nvSpPr>
              <p:cNvPr id="21" name="Arrow: Left 20">
                <a:extLst>
                  <a:ext uri="{FF2B5EF4-FFF2-40B4-BE49-F238E27FC236}">
                    <a16:creationId xmlns:a16="http://schemas.microsoft.com/office/drawing/2014/main" id="{A4CB7EE4-71A2-8CBC-BA7F-4138186E1C4E}"/>
                  </a:ext>
                </a:extLst>
              </p:cNvPr>
              <p:cNvSpPr/>
              <p:nvPr/>
            </p:nvSpPr>
            <p:spPr>
              <a:xfrm rot="10800000">
                <a:off x="3178206" y="3897926"/>
                <a:ext cx="4580877" cy="1864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03AE976A-B48E-52DA-BFF6-0B6E6F62ADEF}"/>
                  </a:ext>
                </a:extLst>
              </p:cNvPr>
              <p:cNvSpPr txBox="1"/>
              <p:nvPr/>
            </p:nvSpPr>
            <p:spPr>
              <a:xfrm>
                <a:off x="5290795" y="3676925"/>
                <a:ext cx="386589" cy="296121"/>
              </a:xfrm>
              <a:prstGeom prst="rect">
                <a:avLst/>
              </a:prstGeom>
              <a:noFill/>
            </p:spPr>
            <p:txBody>
              <a:bodyPr wrap="none" rtlCol="0">
                <a:spAutoFit/>
              </a:bodyPr>
              <a:lstStyle/>
              <a:p>
                <a:r>
                  <a:rPr lang="en-US" sz="1200" dirty="0"/>
                  <a:t>No</a:t>
                </a:r>
                <a:endParaRPr lang="en-US" sz="1600" dirty="0"/>
              </a:p>
            </p:txBody>
          </p:sp>
          <p:sp>
            <p:nvSpPr>
              <p:cNvPr id="23" name="Arrow: Left 22">
                <a:extLst>
                  <a:ext uri="{FF2B5EF4-FFF2-40B4-BE49-F238E27FC236}">
                    <a16:creationId xmlns:a16="http://schemas.microsoft.com/office/drawing/2014/main" id="{2DBCF3D6-73B7-F39A-38FE-5342DABF4621}"/>
                  </a:ext>
                </a:extLst>
              </p:cNvPr>
              <p:cNvSpPr/>
              <p:nvPr/>
            </p:nvSpPr>
            <p:spPr>
              <a:xfrm>
                <a:off x="3168958" y="4350661"/>
                <a:ext cx="4580877" cy="1864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A5F9A89-7972-C4DF-0A10-E39197503F7F}"/>
                  </a:ext>
                </a:extLst>
              </p:cNvPr>
              <p:cNvSpPr txBox="1"/>
              <p:nvPr/>
            </p:nvSpPr>
            <p:spPr>
              <a:xfrm>
                <a:off x="4780335" y="4091032"/>
                <a:ext cx="1152784" cy="296121"/>
              </a:xfrm>
              <a:prstGeom prst="rect">
                <a:avLst/>
              </a:prstGeom>
              <a:noFill/>
            </p:spPr>
            <p:txBody>
              <a:bodyPr wrap="none" rtlCol="0">
                <a:spAutoFit/>
              </a:bodyPr>
              <a:lstStyle/>
              <a:p>
                <a:r>
                  <a:rPr lang="en-US" sz="1200" dirty="0"/>
                  <a:t>Shutting down</a:t>
                </a:r>
              </a:p>
            </p:txBody>
          </p:sp>
        </p:grpSp>
        <p:pic>
          <p:nvPicPr>
            <p:cNvPr id="5" name="Picture 4">
              <a:extLst>
                <a:ext uri="{FF2B5EF4-FFF2-40B4-BE49-F238E27FC236}">
                  <a16:creationId xmlns:a16="http://schemas.microsoft.com/office/drawing/2014/main" id="{276E79CD-3572-4CEC-7D47-979AA95AFACE}"/>
                </a:ext>
              </a:extLst>
            </p:cNvPr>
            <p:cNvPicPr>
              <a:picLocks noChangeAspect="1"/>
            </p:cNvPicPr>
            <p:nvPr/>
          </p:nvPicPr>
          <p:blipFill>
            <a:blip r:embed="rId3"/>
            <a:stretch>
              <a:fillRect/>
            </a:stretch>
          </p:blipFill>
          <p:spPr>
            <a:xfrm>
              <a:off x="1112752" y="1104135"/>
              <a:ext cx="2522402" cy="339870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Arrow: Left 5">
              <a:extLst>
                <a:ext uri="{FF2B5EF4-FFF2-40B4-BE49-F238E27FC236}">
                  <a16:creationId xmlns:a16="http://schemas.microsoft.com/office/drawing/2014/main" id="{4DD69772-0F34-7B05-D854-55DE7075DCE1}"/>
                </a:ext>
              </a:extLst>
            </p:cNvPr>
            <p:cNvSpPr/>
            <p:nvPr/>
          </p:nvSpPr>
          <p:spPr>
            <a:xfrm rot="10800000">
              <a:off x="3674347" y="1297721"/>
              <a:ext cx="4011417" cy="1549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B9F31236-09DB-BDD0-CEE5-2DA1F32E2B24}"/>
                </a:ext>
              </a:extLst>
            </p:cNvPr>
            <p:cNvSpPr txBox="1"/>
            <p:nvPr/>
          </p:nvSpPr>
          <p:spPr>
            <a:xfrm>
              <a:off x="5008509" y="1007371"/>
              <a:ext cx="1346010" cy="276999"/>
            </a:xfrm>
            <a:prstGeom prst="rect">
              <a:avLst/>
            </a:prstGeom>
            <a:noFill/>
          </p:spPr>
          <p:txBody>
            <a:bodyPr wrap="none" rtlCol="0">
              <a:spAutoFit/>
            </a:bodyPr>
            <a:lstStyle/>
            <a:p>
              <a:r>
                <a:rPr lang="en-US" sz="1200" dirty="0"/>
                <a:t>Turns on the robot</a:t>
              </a:r>
            </a:p>
          </p:txBody>
        </p:sp>
      </p:grpSp>
      <p:sp>
        <p:nvSpPr>
          <p:cNvPr id="25" name="TextBox 24">
            <a:extLst>
              <a:ext uri="{FF2B5EF4-FFF2-40B4-BE49-F238E27FC236}">
                <a16:creationId xmlns:a16="http://schemas.microsoft.com/office/drawing/2014/main" id="{7CEE5339-E62D-C333-B3BB-5C9FB31637F8}"/>
              </a:ext>
            </a:extLst>
          </p:cNvPr>
          <p:cNvSpPr txBox="1"/>
          <p:nvPr/>
        </p:nvSpPr>
        <p:spPr>
          <a:xfrm>
            <a:off x="3551459" y="316551"/>
            <a:ext cx="4257191" cy="461665"/>
          </a:xfrm>
          <a:prstGeom prst="rect">
            <a:avLst/>
          </a:prstGeom>
          <a:noFill/>
        </p:spPr>
        <p:txBody>
          <a:bodyPr wrap="none" rtlCol="0">
            <a:spAutoFit/>
          </a:bodyPr>
          <a:lstStyle/>
          <a:p>
            <a:r>
              <a:rPr lang="en-US" sz="2400" b="1" u="sng" dirty="0"/>
              <a:t>System Interaction performance</a:t>
            </a:r>
          </a:p>
        </p:txBody>
      </p:sp>
      <p:sp>
        <p:nvSpPr>
          <p:cNvPr id="26" name="TextBox 25">
            <a:extLst>
              <a:ext uri="{FF2B5EF4-FFF2-40B4-BE49-F238E27FC236}">
                <a16:creationId xmlns:a16="http://schemas.microsoft.com/office/drawing/2014/main" id="{C441A4E5-69D6-6F2C-264F-74B54E619FBF}"/>
              </a:ext>
            </a:extLst>
          </p:cNvPr>
          <p:cNvSpPr txBox="1"/>
          <p:nvPr/>
        </p:nvSpPr>
        <p:spPr>
          <a:xfrm>
            <a:off x="1621300" y="5064121"/>
            <a:ext cx="8868792" cy="1477328"/>
          </a:xfrm>
          <a:prstGeom prst="rect">
            <a:avLst/>
          </a:prstGeom>
          <a:noFill/>
        </p:spPr>
        <p:txBody>
          <a:bodyPr wrap="square" rtlCol="0">
            <a:spAutoFit/>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The interaction between human and robot guide dog works by communication, wirelessly.</a:t>
            </a:r>
          </a:p>
          <a:p>
            <a:pPr algn="just"/>
            <a:r>
              <a:rPr lang="en-US" dirty="0">
                <a:latin typeface="Calibri" panose="020F0502020204030204" pitchFamily="34" charset="0"/>
                <a:ea typeface="Calibri" panose="020F0502020204030204" pitchFamily="34" charset="0"/>
                <a:cs typeface="Calibri" panose="020F0502020204030204" pitchFamily="34" charset="0"/>
              </a:rPr>
              <a:t>The robot dog guide will ask user what they’d like to find, user says certain object, robot says it understood and is ready to go, when they reach the object, the robot guide dog will notify that they have arrived and ask whether there’s anything else the user would like it to find, if user says yes the process runs again, else the robot guide dog shuts down.</a:t>
            </a:r>
          </a:p>
        </p:txBody>
      </p:sp>
    </p:spTree>
    <p:extLst>
      <p:ext uri="{BB962C8B-B14F-4D97-AF65-F5344CB8AC3E}">
        <p14:creationId xmlns:p14="http://schemas.microsoft.com/office/powerpoint/2010/main" val="1345747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AC6941-5063-4F88-86DC-B797AFABD347}"/>
              </a:ext>
            </a:extLst>
          </p:cNvPr>
          <p:cNvSpPr txBox="1"/>
          <p:nvPr/>
        </p:nvSpPr>
        <p:spPr>
          <a:xfrm>
            <a:off x="661838" y="124034"/>
            <a:ext cx="4997971" cy="523220"/>
          </a:xfrm>
          <a:prstGeom prst="rect">
            <a:avLst/>
          </a:prstGeom>
          <a:noFill/>
        </p:spPr>
        <p:txBody>
          <a:bodyPr wrap="none" rtlCol="0">
            <a:spAutoFit/>
          </a:bodyPr>
          <a:lstStyle/>
          <a:p>
            <a:r>
              <a:rPr lang="en-US" sz="2800" u="sng" dirty="0"/>
              <a:t>System Functional Block Diagram</a:t>
            </a:r>
            <a:endParaRPr lang="en-IL" sz="2800" u="sng" dirty="0"/>
          </a:p>
        </p:txBody>
      </p:sp>
      <p:grpSp>
        <p:nvGrpSpPr>
          <p:cNvPr id="4" name="Group 3">
            <a:extLst>
              <a:ext uri="{FF2B5EF4-FFF2-40B4-BE49-F238E27FC236}">
                <a16:creationId xmlns:a16="http://schemas.microsoft.com/office/drawing/2014/main" id="{FCAB2130-9635-04BA-69A6-845C5208F873}"/>
              </a:ext>
            </a:extLst>
          </p:cNvPr>
          <p:cNvGrpSpPr/>
          <p:nvPr/>
        </p:nvGrpSpPr>
        <p:grpSpPr>
          <a:xfrm>
            <a:off x="1371600" y="262103"/>
            <a:ext cx="9786257" cy="3166897"/>
            <a:chOff x="507253" y="1513961"/>
            <a:chExt cx="11684747" cy="4199410"/>
          </a:xfrm>
        </p:grpSpPr>
        <p:grpSp>
          <p:nvGrpSpPr>
            <p:cNvPr id="5" name="Group 4">
              <a:extLst>
                <a:ext uri="{FF2B5EF4-FFF2-40B4-BE49-F238E27FC236}">
                  <a16:creationId xmlns:a16="http://schemas.microsoft.com/office/drawing/2014/main" id="{2E27073F-B828-87A2-BDCA-A3C81FAD3179}"/>
                </a:ext>
              </a:extLst>
            </p:cNvPr>
            <p:cNvGrpSpPr/>
            <p:nvPr/>
          </p:nvGrpSpPr>
          <p:grpSpPr>
            <a:xfrm>
              <a:off x="507253" y="2046514"/>
              <a:ext cx="4010319" cy="2514600"/>
              <a:chOff x="507253" y="2046514"/>
              <a:chExt cx="4010319" cy="2514600"/>
            </a:xfrm>
          </p:grpSpPr>
          <p:sp>
            <p:nvSpPr>
              <p:cNvPr id="8" name="Rectangle 7">
                <a:extLst>
                  <a:ext uri="{FF2B5EF4-FFF2-40B4-BE49-F238E27FC236}">
                    <a16:creationId xmlns:a16="http://schemas.microsoft.com/office/drawing/2014/main" id="{BCA7D23F-5E7B-F3F7-C954-D1C97AA97BD4}"/>
                  </a:ext>
                </a:extLst>
              </p:cNvPr>
              <p:cNvSpPr/>
              <p:nvPr/>
            </p:nvSpPr>
            <p:spPr>
              <a:xfrm>
                <a:off x="507253" y="2068286"/>
                <a:ext cx="3999432" cy="24928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L"/>
              </a:p>
            </p:txBody>
          </p:sp>
          <p:grpSp>
            <p:nvGrpSpPr>
              <p:cNvPr id="9" name="Group 8">
                <a:extLst>
                  <a:ext uri="{FF2B5EF4-FFF2-40B4-BE49-F238E27FC236}">
                    <a16:creationId xmlns:a16="http://schemas.microsoft.com/office/drawing/2014/main" id="{D2F3675D-6640-7C63-B26C-35D48E786A42}"/>
                  </a:ext>
                </a:extLst>
              </p:cNvPr>
              <p:cNvGrpSpPr/>
              <p:nvPr/>
            </p:nvGrpSpPr>
            <p:grpSpPr>
              <a:xfrm>
                <a:off x="507254" y="2046514"/>
                <a:ext cx="4010318" cy="1567151"/>
                <a:chOff x="507254" y="2046514"/>
                <a:chExt cx="4010318" cy="1567151"/>
              </a:xfrm>
            </p:grpSpPr>
            <p:sp>
              <p:nvSpPr>
                <p:cNvPr id="10" name="Rectangle 9">
                  <a:extLst>
                    <a:ext uri="{FF2B5EF4-FFF2-40B4-BE49-F238E27FC236}">
                      <a16:creationId xmlns:a16="http://schemas.microsoft.com/office/drawing/2014/main" id="{7CA0CD2D-6E61-EA78-7C73-5259D2DD22C0}"/>
                    </a:ext>
                  </a:extLst>
                </p:cNvPr>
                <p:cNvSpPr/>
                <p:nvPr/>
              </p:nvSpPr>
              <p:spPr>
                <a:xfrm>
                  <a:off x="507254" y="2046514"/>
                  <a:ext cx="4010318" cy="642258"/>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TextBox 10">
                  <a:extLst>
                    <a:ext uri="{FF2B5EF4-FFF2-40B4-BE49-F238E27FC236}">
                      <a16:creationId xmlns:a16="http://schemas.microsoft.com/office/drawing/2014/main" id="{65C8A958-4D04-BD72-73CE-EDD4F827882B}"/>
                    </a:ext>
                  </a:extLst>
                </p:cNvPr>
                <p:cNvSpPr txBox="1"/>
                <p:nvPr/>
              </p:nvSpPr>
              <p:spPr>
                <a:xfrm>
                  <a:off x="1434463" y="2167586"/>
                  <a:ext cx="1614096" cy="400111"/>
                </a:xfrm>
                <a:prstGeom prst="rect">
                  <a:avLst/>
                </a:prstGeom>
                <a:noFill/>
              </p:spPr>
              <p:txBody>
                <a:bodyPr wrap="none" rtlCol="0">
                  <a:spAutoFit/>
                </a:bodyPr>
                <a:lstStyle/>
                <a:p>
                  <a:r>
                    <a:rPr lang="en-US" sz="2000" b="1" dirty="0"/>
                    <a:t>Developer PC</a:t>
                  </a:r>
                  <a:endParaRPr lang="en-IL" sz="2000" b="1" dirty="0"/>
                </a:p>
              </p:txBody>
            </p:sp>
            <p:sp>
              <p:nvSpPr>
                <p:cNvPr id="12" name="TextBox 11">
                  <a:extLst>
                    <a:ext uri="{FF2B5EF4-FFF2-40B4-BE49-F238E27FC236}">
                      <a16:creationId xmlns:a16="http://schemas.microsoft.com/office/drawing/2014/main" id="{8BAB58E1-B284-A6DE-9E1B-41BDA7B8D664}"/>
                    </a:ext>
                  </a:extLst>
                </p:cNvPr>
                <p:cNvSpPr txBox="1"/>
                <p:nvPr/>
              </p:nvSpPr>
              <p:spPr>
                <a:xfrm>
                  <a:off x="651909" y="3244333"/>
                  <a:ext cx="3179204" cy="369332"/>
                </a:xfrm>
                <a:prstGeom prst="rect">
                  <a:avLst/>
                </a:prstGeom>
                <a:noFill/>
              </p:spPr>
              <p:txBody>
                <a:bodyPr wrap="none" rtlCol="0">
                  <a:spAutoFit/>
                </a:bodyPr>
                <a:lstStyle/>
                <a:p>
                  <a:r>
                    <a:rPr lang="en-US" dirty="0"/>
                    <a:t>Programming Language: Python</a:t>
                  </a:r>
                  <a:endParaRPr lang="en-IL" dirty="0"/>
                </a:p>
              </p:txBody>
            </p:sp>
          </p:grpSp>
        </p:grpSp>
        <p:sp>
          <p:nvSpPr>
            <p:cNvPr id="6" name="Arrow: Right 5">
              <a:extLst>
                <a:ext uri="{FF2B5EF4-FFF2-40B4-BE49-F238E27FC236}">
                  <a16:creationId xmlns:a16="http://schemas.microsoft.com/office/drawing/2014/main" id="{73145878-84C8-F98B-F155-5082FF039781}"/>
                </a:ext>
              </a:extLst>
            </p:cNvPr>
            <p:cNvSpPr/>
            <p:nvPr/>
          </p:nvSpPr>
          <p:spPr>
            <a:xfrm>
              <a:off x="4506686" y="3297589"/>
              <a:ext cx="2764972" cy="316077"/>
            </a:xfrm>
            <a:prstGeom prst="right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pic>
          <p:nvPicPr>
            <p:cNvPr id="7" name="Picture 6">
              <a:extLst>
                <a:ext uri="{FF2B5EF4-FFF2-40B4-BE49-F238E27FC236}">
                  <a16:creationId xmlns:a16="http://schemas.microsoft.com/office/drawing/2014/main" id="{0FCA447E-E5F0-06CD-5FC7-EDC0DB2A41C0}"/>
                </a:ext>
              </a:extLst>
            </p:cNvPr>
            <p:cNvPicPr>
              <a:picLocks noChangeAspect="1"/>
            </p:cNvPicPr>
            <p:nvPr/>
          </p:nvPicPr>
          <p:blipFill>
            <a:blip r:embed="rId2"/>
            <a:stretch>
              <a:fillRect/>
            </a:stretch>
          </p:blipFill>
          <p:spPr>
            <a:xfrm>
              <a:off x="7299265" y="1513961"/>
              <a:ext cx="4892735" cy="4199410"/>
            </a:xfrm>
            <a:prstGeom prst="rect">
              <a:avLst/>
            </a:prstGeom>
          </p:spPr>
        </p:pic>
      </p:grpSp>
      <p:sp>
        <p:nvSpPr>
          <p:cNvPr id="13" name="TextBox 12">
            <a:extLst>
              <a:ext uri="{FF2B5EF4-FFF2-40B4-BE49-F238E27FC236}">
                <a16:creationId xmlns:a16="http://schemas.microsoft.com/office/drawing/2014/main" id="{ADA0590A-4E41-D4F0-F545-323A95AF7846}"/>
              </a:ext>
            </a:extLst>
          </p:cNvPr>
          <p:cNvSpPr txBox="1"/>
          <p:nvPr/>
        </p:nvSpPr>
        <p:spPr>
          <a:xfrm>
            <a:off x="7060074" y="3521576"/>
            <a:ext cx="4881990" cy="307777"/>
          </a:xfrm>
          <a:prstGeom prst="rect">
            <a:avLst/>
          </a:prstGeom>
          <a:noFill/>
        </p:spPr>
        <p:txBody>
          <a:bodyPr wrap="square" rtlCol="0">
            <a:spAutoFit/>
          </a:bodyPr>
          <a:lstStyle/>
          <a:p>
            <a:r>
              <a:rPr lang="en-US" sz="1400" dirty="0"/>
              <a:t>Fig 2: </a:t>
            </a:r>
            <a:r>
              <a:rPr lang="en-US" sz="1000" dirty="0">
                <a:solidFill>
                  <a:srgbClr val="FF0000"/>
                </a:solidFill>
              </a:rPr>
              <a:t>Diagram of </a:t>
            </a:r>
            <a:r>
              <a:rPr lang="en-US" sz="1000" dirty="0" err="1">
                <a:solidFill>
                  <a:srgbClr val="FF0000"/>
                </a:solidFill>
              </a:rPr>
              <a:t>Dogzilla</a:t>
            </a:r>
            <a:r>
              <a:rPr lang="en-US" sz="1000" dirty="0">
                <a:solidFill>
                  <a:srgbClr val="FF0000"/>
                </a:solidFill>
              </a:rPr>
              <a:t> System </a:t>
            </a:r>
            <a:r>
              <a:rPr lang="en-US" sz="1400" u="sng" dirty="0" err="1"/>
              <a:t>System</a:t>
            </a:r>
            <a:r>
              <a:rPr lang="en-US" sz="1400" u="sng" dirty="0"/>
              <a:t> Functional Block Diagram</a:t>
            </a:r>
            <a:endParaRPr lang="en-IL" sz="1400" u="sng" dirty="0"/>
          </a:p>
        </p:txBody>
      </p:sp>
      <p:sp>
        <p:nvSpPr>
          <p:cNvPr id="14" name="TextBox 13">
            <a:extLst>
              <a:ext uri="{FF2B5EF4-FFF2-40B4-BE49-F238E27FC236}">
                <a16:creationId xmlns:a16="http://schemas.microsoft.com/office/drawing/2014/main" id="{01B83DD9-4420-66E0-49E4-A1B9DD9327B7}"/>
              </a:ext>
            </a:extLst>
          </p:cNvPr>
          <p:cNvSpPr txBox="1"/>
          <p:nvPr/>
        </p:nvSpPr>
        <p:spPr>
          <a:xfrm>
            <a:off x="661838" y="2717482"/>
            <a:ext cx="5346967" cy="4016484"/>
          </a:xfrm>
          <a:prstGeom prst="rect">
            <a:avLst/>
          </a:prstGeom>
          <a:noFill/>
        </p:spPr>
        <p:txBody>
          <a:bodyPr wrap="square" rtlCol="0">
            <a:spAutoFit/>
          </a:bodyPr>
          <a:lstStyle/>
          <a:p>
            <a:pPr algn="just"/>
            <a:r>
              <a:rPr lang="en-US" sz="1500" b="1" dirty="0">
                <a:latin typeface="Calibri" panose="020F0502020204030204" pitchFamily="34" charset="0"/>
                <a:ea typeface="Calibri" panose="020F0502020204030204" pitchFamily="34" charset="0"/>
                <a:cs typeface="Calibri" panose="020F0502020204030204" pitchFamily="34" charset="0"/>
              </a:rPr>
              <a:t>System Architecture Summary</a:t>
            </a:r>
          </a:p>
          <a:p>
            <a:pPr algn="just"/>
            <a:r>
              <a:rPr lang="en-US" sz="1500" dirty="0">
                <a:latin typeface="Calibri" panose="020F0502020204030204" pitchFamily="34" charset="0"/>
                <a:ea typeface="Calibri" panose="020F0502020204030204" pitchFamily="34" charset="0"/>
                <a:cs typeface="Calibri" panose="020F0502020204030204" pitchFamily="34" charset="0"/>
              </a:rPr>
              <a:t>The System Functional Block Diagram outlines the integration between high-level logic and physical hardware for the robotic guide dog.</a:t>
            </a:r>
          </a:p>
          <a:p>
            <a:pPr algn="just"/>
            <a:r>
              <a:rPr lang="en-US" sz="1500" b="1" dirty="0">
                <a:latin typeface="Calibri" panose="020F0502020204030204" pitchFamily="34" charset="0"/>
                <a:ea typeface="Calibri" panose="020F0502020204030204" pitchFamily="34" charset="0"/>
                <a:cs typeface="Calibri" panose="020F0502020204030204" pitchFamily="34" charset="0"/>
              </a:rPr>
              <a:t>1. Development Layer</a:t>
            </a:r>
          </a:p>
          <a:p>
            <a:pPr algn="just"/>
            <a:r>
              <a:rPr lang="en-US" sz="1500" b="1" dirty="0">
                <a:latin typeface="Calibri" panose="020F0502020204030204" pitchFamily="34" charset="0"/>
                <a:ea typeface="Calibri" panose="020F0502020204030204" pitchFamily="34" charset="0"/>
                <a:cs typeface="Calibri" panose="020F0502020204030204" pitchFamily="34" charset="0"/>
              </a:rPr>
              <a:t>Developer PC:</a:t>
            </a:r>
            <a:r>
              <a:rPr lang="en-US" sz="1500" dirty="0">
                <a:latin typeface="Calibri" panose="020F0502020204030204" pitchFamily="34" charset="0"/>
                <a:ea typeface="Calibri" panose="020F0502020204030204" pitchFamily="34" charset="0"/>
                <a:cs typeface="Calibri" panose="020F0502020204030204" pitchFamily="34" charset="0"/>
              </a:rPr>
              <a:t> Acts as the environment for coding, testing, and deploying Python-based algorithms.</a:t>
            </a:r>
          </a:p>
          <a:p>
            <a:pPr algn="just"/>
            <a:r>
              <a:rPr lang="en-US" sz="1500" b="1" dirty="0">
                <a:latin typeface="Calibri" panose="020F0502020204030204" pitchFamily="34" charset="0"/>
                <a:ea typeface="Calibri" panose="020F0502020204030204" pitchFamily="34" charset="0"/>
                <a:cs typeface="Calibri" panose="020F0502020204030204" pitchFamily="34" charset="0"/>
              </a:rPr>
              <a:t>2. Control Layer (Raspberry Pi CM4)</a:t>
            </a:r>
          </a:p>
          <a:p>
            <a:pPr algn="just"/>
            <a:r>
              <a:rPr lang="en-US" sz="1500" dirty="0">
                <a:latin typeface="Calibri" panose="020F0502020204030204" pitchFamily="34" charset="0"/>
                <a:ea typeface="Calibri" panose="020F0502020204030204" pitchFamily="34" charset="0"/>
                <a:cs typeface="Calibri" panose="020F0502020204030204" pitchFamily="34" charset="0"/>
              </a:rPr>
              <a:t>This "Brain" manages system logic via </a:t>
            </a:r>
            <a:r>
              <a:rPr lang="en-US" sz="1500" b="1" dirty="0">
                <a:latin typeface="Calibri" panose="020F0502020204030204" pitchFamily="34" charset="0"/>
                <a:ea typeface="Calibri" panose="020F0502020204030204" pitchFamily="34" charset="0"/>
                <a:cs typeface="Calibri" panose="020F0502020204030204" pitchFamily="34" charset="0"/>
              </a:rPr>
              <a:t>Python API Calls</a:t>
            </a:r>
            <a:r>
              <a:rPr lang="en-US" sz="1500" dirty="0">
                <a:latin typeface="Calibri" panose="020F0502020204030204" pitchFamily="34" charset="0"/>
                <a:ea typeface="Calibri" panose="020F0502020204030204" pitchFamily="34" charset="0"/>
                <a:cs typeface="Calibri" panose="020F0502020204030204" pitchFamily="34" charset="0"/>
              </a:rPr>
              <a:t>:</a:t>
            </a:r>
          </a:p>
          <a:p>
            <a:pPr algn="just"/>
            <a:r>
              <a:rPr lang="en-US" sz="1500" i="1" dirty="0">
                <a:latin typeface="Calibri" panose="020F0502020204030204" pitchFamily="34" charset="0"/>
                <a:ea typeface="Calibri" panose="020F0502020204030204" pitchFamily="34" charset="0"/>
                <a:cs typeface="Calibri" panose="020F0502020204030204" pitchFamily="34" charset="0"/>
              </a:rPr>
              <a:t>Navigation (A):</a:t>
            </a:r>
            <a:r>
              <a:rPr lang="en-US" sz="1500" dirty="0">
                <a:latin typeface="Calibri" panose="020F0502020204030204" pitchFamily="34" charset="0"/>
                <a:ea typeface="Calibri" panose="020F0502020204030204" pitchFamily="34" charset="0"/>
                <a:cs typeface="Calibri" panose="020F0502020204030204" pitchFamily="34" charset="0"/>
              </a:rPr>
              <a:t>* Determines optimal paths.</a:t>
            </a:r>
          </a:p>
          <a:p>
            <a:pPr algn="just"/>
            <a:r>
              <a:rPr lang="en-US" sz="1500" b="1" dirty="0">
                <a:latin typeface="Calibri" panose="020F0502020204030204" pitchFamily="34" charset="0"/>
                <a:ea typeface="Calibri" panose="020F0502020204030204" pitchFamily="34" charset="0"/>
                <a:cs typeface="Calibri" panose="020F0502020204030204" pitchFamily="34" charset="0"/>
              </a:rPr>
              <a:t>Perception (YOLO):</a:t>
            </a:r>
            <a:r>
              <a:rPr lang="en-US" sz="1500" dirty="0">
                <a:latin typeface="Calibri" panose="020F0502020204030204" pitchFamily="34" charset="0"/>
                <a:ea typeface="Calibri" panose="020F0502020204030204" pitchFamily="34" charset="0"/>
                <a:cs typeface="Calibri" panose="020F0502020204030204" pitchFamily="34" charset="0"/>
              </a:rPr>
              <a:t> Identifies environmental objects.</a:t>
            </a:r>
          </a:p>
          <a:p>
            <a:pPr algn="just"/>
            <a:r>
              <a:rPr lang="en-US" sz="1500" b="1" dirty="0">
                <a:latin typeface="Calibri" panose="020F0502020204030204" pitchFamily="34" charset="0"/>
                <a:ea typeface="Calibri" panose="020F0502020204030204" pitchFamily="34" charset="0"/>
                <a:cs typeface="Calibri" panose="020F0502020204030204" pitchFamily="34" charset="0"/>
              </a:rPr>
              <a:t>Input (Whisper/</a:t>
            </a:r>
            <a:r>
              <a:rPr lang="en-US" sz="1500" b="1" dirty="0" err="1">
                <a:latin typeface="Calibri" panose="020F0502020204030204" pitchFamily="34" charset="0"/>
                <a:ea typeface="Calibri" panose="020F0502020204030204" pitchFamily="34" charset="0"/>
                <a:cs typeface="Calibri" panose="020F0502020204030204" pitchFamily="34" charset="0"/>
              </a:rPr>
              <a:t>Vosk</a:t>
            </a:r>
            <a:r>
              <a:rPr lang="en-US" sz="1500" b="1" dirty="0">
                <a:latin typeface="Calibri" panose="020F0502020204030204" pitchFamily="34" charset="0"/>
                <a:ea typeface="Calibri" panose="020F0502020204030204" pitchFamily="34" charset="0"/>
                <a:cs typeface="Calibri" panose="020F0502020204030204" pitchFamily="34" charset="0"/>
              </a:rPr>
              <a:t>):</a:t>
            </a:r>
            <a:r>
              <a:rPr lang="en-US" sz="1500" dirty="0">
                <a:latin typeface="Calibri" panose="020F0502020204030204" pitchFamily="34" charset="0"/>
                <a:ea typeface="Calibri" panose="020F0502020204030204" pitchFamily="34" charset="0"/>
                <a:cs typeface="Calibri" panose="020F0502020204030204" pitchFamily="34" charset="0"/>
              </a:rPr>
              <a:t> Translates human speech to command text.</a:t>
            </a:r>
          </a:p>
          <a:p>
            <a:pPr algn="just"/>
            <a:r>
              <a:rPr lang="en-US" sz="1500" b="1" dirty="0">
                <a:latin typeface="Calibri" panose="020F0502020204030204" pitchFamily="34" charset="0"/>
                <a:ea typeface="Calibri" panose="020F0502020204030204" pitchFamily="34" charset="0"/>
                <a:cs typeface="Calibri" panose="020F0502020204030204" pitchFamily="34" charset="0"/>
              </a:rPr>
              <a:t>Output (</a:t>
            </a:r>
            <a:r>
              <a:rPr lang="en-US" sz="1500" b="1" dirty="0" err="1">
                <a:latin typeface="Calibri" panose="020F0502020204030204" pitchFamily="34" charset="0"/>
                <a:ea typeface="Calibri" panose="020F0502020204030204" pitchFamily="34" charset="0"/>
                <a:cs typeface="Calibri" panose="020F0502020204030204" pitchFamily="34" charset="0"/>
              </a:rPr>
              <a:t>gTTS</a:t>
            </a:r>
            <a:r>
              <a:rPr lang="en-US" sz="1500" b="1" dirty="0">
                <a:latin typeface="Calibri" panose="020F0502020204030204" pitchFamily="34" charset="0"/>
                <a:ea typeface="Calibri" panose="020F0502020204030204" pitchFamily="34" charset="0"/>
                <a:cs typeface="Calibri" panose="020F0502020204030204" pitchFamily="34" charset="0"/>
              </a:rPr>
              <a:t>):</a:t>
            </a:r>
            <a:r>
              <a:rPr lang="en-US" sz="1500" dirty="0">
                <a:latin typeface="Calibri" panose="020F0502020204030204" pitchFamily="34" charset="0"/>
                <a:ea typeface="Calibri" panose="020F0502020204030204" pitchFamily="34" charset="0"/>
                <a:cs typeface="Calibri" panose="020F0502020204030204" pitchFamily="34" charset="0"/>
              </a:rPr>
              <a:t> Synthesizes system status into audible speech.</a:t>
            </a:r>
          </a:p>
          <a:p>
            <a:pPr algn="just"/>
            <a:r>
              <a:rPr lang="en-US" sz="1500" b="1" dirty="0">
                <a:latin typeface="Calibri" panose="020F0502020204030204" pitchFamily="34" charset="0"/>
                <a:ea typeface="Calibri" panose="020F0502020204030204" pitchFamily="34" charset="0"/>
                <a:cs typeface="Calibri" panose="020F0502020204030204" pitchFamily="34" charset="0"/>
              </a:rPr>
              <a:t>3. Hardware Layer (DOGZILLA PCB)</a:t>
            </a:r>
          </a:p>
          <a:p>
            <a:pPr algn="just"/>
            <a:r>
              <a:rPr lang="en-US" sz="1500" dirty="0">
                <a:latin typeface="Calibri" panose="020F0502020204030204" pitchFamily="34" charset="0"/>
                <a:ea typeface="Calibri" panose="020F0502020204030204" pitchFamily="34" charset="0"/>
                <a:cs typeface="Calibri" panose="020F0502020204030204" pitchFamily="34" charset="0"/>
              </a:rPr>
              <a:t>This "Body" executes commands and gathers environmental data:</a:t>
            </a:r>
          </a:p>
          <a:p>
            <a:pPr algn="just"/>
            <a:r>
              <a:rPr lang="en-US" sz="1500" b="1" dirty="0">
                <a:latin typeface="Calibri" panose="020F0502020204030204" pitchFamily="34" charset="0"/>
                <a:ea typeface="Calibri" panose="020F0502020204030204" pitchFamily="34" charset="0"/>
                <a:cs typeface="Calibri" panose="020F0502020204030204" pitchFamily="34" charset="0"/>
              </a:rPr>
              <a:t>3.1 Movement:</a:t>
            </a:r>
            <a:r>
              <a:rPr lang="en-US" sz="1500" dirty="0">
                <a:latin typeface="Calibri" panose="020F0502020204030204" pitchFamily="34" charset="0"/>
                <a:ea typeface="Calibri" panose="020F0502020204030204" pitchFamily="34" charset="0"/>
                <a:cs typeface="Calibri" panose="020F0502020204030204" pitchFamily="34" charset="0"/>
              </a:rPr>
              <a:t> The ESP32 and Bus Servos drive physical locomotion.</a:t>
            </a:r>
          </a:p>
        </p:txBody>
      </p:sp>
      <p:sp>
        <p:nvSpPr>
          <p:cNvPr id="15" name="TextBox 14">
            <a:extLst>
              <a:ext uri="{FF2B5EF4-FFF2-40B4-BE49-F238E27FC236}">
                <a16:creationId xmlns:a16="http://schemas.microsoft.com/office/drawing/2014/main" id="{2BA1427A-B94B-0054-71DA-7CE5BA08DB57}"/>
              </a:ext>
            </a:extLst>
          </p:cNvPr>
          <p:cNvSpPr txBox="1"/>
          <p:nvPr/>
        </p:nvSpPr>
        <p:spPr>
          <a:xfrm>
            <a:off x="6075681" y="3915043"/>
            <a:ext cx="5892800" cy="2400657"/>
          </a:xfrm>
          <a:prstGeom prst="rect">
            <a:avLst/>
          </a:prstGeom>
          <a:noFill/>
        </p:spPr>
        <p:txBody>
          <a:bodyPr wrap="square" rtlCol="0">
            <a:spAutoFit/>
          </a:bodyPr>
          <a:lstStyle/>
          <a:p>
            <a:r>
              <a:rPr lang="en-US" sz="1500" b="1" dirty="0">
                <a:latin typeface="Calibri" panose="020F0502020204030204" pitchFamily="34" charset="0"/>
                <a:ea typeface="Calibri" panose="020F0502020204030204" pitchFamily="34" charset="0"/>
                <a:cs typeface="Calibri" panose="020F0502020204030204" pitchFamily="34" charset="0"/>
              </a:rPr>
              <a:t>3.2 Sensing:</a:t>
            </a:r>
            <a:r>
              <a:rPr lang="en-US" sz="1500" dirty="0">
                <a:latin typeface="Calibri" panose="020F0502020204030204" pitchFamily="34" charset="0"/>
                <a:ea typeface="Calibri" panose="020F0502020204030204" pitchFamily="34" charset="0"/>
                <a:cs typeface="Calibri" panose="020F0502020204030204" pitchFamily="34" charset="0"/>
              </a:rPr>
              <a:t> The camera, microphone, and IMU provide real-time environment and balance data.</a:t>
            </a:r>
          </a:p>
          <a:p>
            <a:r>
              <a:rPr lang="en-US" sz="1500" b="1" dirty="0">
                <a:latin typeface="Calibri" panose="020F0502020204030204" pitchFamily="34" charset="0"/>
                <a:ea typeface="Calibri" panose="020F0502020204030204" pitchFamily="34" charset="0"/>
                <a:cs typeface="Calibri" panose="020F0502020204030204" pitchFamily="34" charset="0"/>
              </a:rPr>
              <a:t>3.3 Visuals:</a:t>
            </a:r>
            <a:r>
              <a:rPr lang="en-US" sz="1500" dirty="0">
                <a:latin typeface="Calibri" panose="020F0502020204030204" pitchFamily="34" charset="0"/>
                <a:ea typeface="Calibri" panose="020F0502020204030204" pitchFamily="34" charset="0"/>
                <a:cs typeface="Calibri" panose="020F0502020204030204" pitchFamily="34" charset="0"/>
              </a:rPr>
              <a:t> The IPS Display provides non-verbal feedback via icons.</a:t>
            </a:r>
          </a:p>
          <a:p>
            <a:r>
              <a:rPr lang="en-US" sz="1500" b="1" dirty="0">
                <a:latin typeface="Calibri" panose="020F0502020204030204" pitchFamily="34" charset="0"/>
                <a:ea typeface="Calibri" panose="020F0502020204030204" pitchFamily="34" charset="0"/>
                <a:cs typeface="Calibri" panose="020F0502020204030204" pitchFamily="34" charset="0"/>
              </a:rPr>
              <a:t>3.4 Operational Loop</a:t>
            </a:r>
          </a:p>
          <a:p>
            <a:r>
              <a:rPr lang="en-US" sz="1500" dirty="0">
                <a:latin typeface="Calibri" panose="020F0502020204030204" pitchFamily="34" charset="0"/>
                <a:ea typeface="Calibri" panose="020F0502020204030204" pitchFamily="34" charset="0"/>
                <a:cs typeface="Calibri" panose="020F0502020204030204" pitchFamily="34" charset="0"/>
              </a:rPr>
              <a:t>       The system functions through a continuous, closed-loop process:</a:t>
            </a:r>
          </a:p>
          <a:p>
            <a:pPr marL="285750" indent="-285750">
              <a:buFont typeface="Arial" panose="020B0604020202020204" pitchFamily="34" charset="0"/>
              <a:buChar char="•"/>
            </a:pPr>
            <a:r>
              <a:rPr lang="en-US" sz="1500" b="1" dirty="0">
                <a:latin typeface="Calibri" panose="020F0502020204030204" pitchFamily="34" charset="0"/>
                <a:ea typeface="Calibri" panose="020F0502020204030204" pitchFamily="34" charset="0"/>
                <a:cs typeface="Calibri" panose="020F0502020204030204" pitchFamily="34" charset="0"/>
              </a:rPr>
              <a:t>Perception:</a:t>
            </a:r>
            <a:r>
              <a:rPr lang="en-US" sz="1500" dirty="0">
                <a:latin typeface="Calibri" panose="020F0502020204030204" pitchFamily="34" charset="0"/>
                <a:ea typeface="Calibri" panose="020F0502020204030204" pitchFamily="34" charset="0"/>
                <a:cs typeface="Calibri" panose="020F0502020204030204" pitchFamily="34" charset="0"/>
              </a:rPr>
              <a:t> Sensors feed raw data to the Raspberry Pi.</a:t>
            </a:r>
          </a:p>
          <a:p>
            <a:pPr marL="285750" indent="-285750">
              <a:buFont typeface="Arial" panose="020B0604020202020204" pitchFamily="34" charset="0"/>
              <a:buChar char="•"/>
            </a:pPr>
            <a:r>
              <a:rPr lang="en-US" sz="1500" b="1" dirty="0">
                <a:latin typeface="Calibri" panose="020F0502020204030204" pitchFamily="34" charset="0"/>
                <a:ea typeface="Calibri" panose="020F0502020204030204" pitchFamily="34" charset="0"/>
                <a:cs typeface="Calibri" panose="020F0502020204030204" pitchFamily="34" charset="0"/>
              </a:rPr>
              <a:t>Analysis:</a:t>
            </a:r>
            <a:r>
              <a:rPr lang="en-US" sz="1500" dirty="0">
                <a:latin typeface="Calibri" panose="020F0502020204030204" pitchFamily="34" charset="0"/>
                <a:ea typeface="Calibri" panose="020F0502020204030204" pitchFamily="34" charset="0"/>
                <a:cs typeface="Calibri" panose="020F0502020204030204" pitchFamily="34" charset="0"/>
              </a:rPr>
              <a:t> Modules (YOLO, Whisper) process the input.</a:t>
            </a:r>
          </a:p>
          <a:p>
            <a:pPr marL="285750" indent="-285750">
              <a:buFont typeface="Arial" panose="020B0604020202020204" pitchFamily="34" charset="0"/>
              <a:buChar char="•"/>
            </a:pPr>
            <a:r>
              <a:rPr lang="en-US" sz="1500" b="1" dirty="0">
                <a:latin typeface="Calibri" panose="020F0502020204030204" pitchFamily="34" charset="0"/>
                <a:ea typeface="Calibri" panose="020F0502020204030204" pitchFamily="34" charset="0"/>
                <a:cs typeface="Calibri" panose="020F0502020204030204" pitchFamily="34" charset="0"/>
              </a:rPr>
              <a:t>Control:</a:t>
            </a:r>
            <a:r>
              <a:rPr lang="en-US" sz="1500" dirty="0">
                <a:latin typeface="Calibri" panose="020F0502020204030204" pitchFamily="34" charset="0"/>
                <a:ea typeface="Calibri" panose="020F0502020204030204" pitchFamily="34" charset="0"/>
                <a:cs typeface="Calibri" panose="020F0502020204030204" pitchFamily="34" charset="0"/>
              </a:rPr>
              <a:t> A* plans movements; Python logic generates feedback.</a:t>
            </a:r>
          </a:p>
          <a:p>
            <a:pPr marL="285750" indent="-285750">
              <a:buFont typeface="Arial" panose="020B0604020202020204" pitchFamily="34" charset="0"/>
              <a:buChar char="•"/>
            </a:pPr>
            <a:r>
              <a:rPr lang="en-US" sz="1500" b="1" dirty="0">
                <a:latin typeface="Calibri" panose="020F0502020204030204" pitchFamily="34" charset="0"/>
                <a:ea typeface="Calibri" panose="020F0502020204030204" pitchFamily="34" charset="0"/>
                <a:cs typeface="Calibri" panose="020F0502020204030204" pitchFamily="34" charset="0"/>
              </a:rPr>
              <a:t>Execution:</a:t>
            </a:r>
            <a:r>
              <a:rPr lang="en-US" sz="1500" dirty="0">
                <a:latin typeface="Calibri" panose="020F0502020204030204" pitchFamily="34" charset="0"/>
                <a:ea typeface="Calibri" panose="020F0502020204030204" pitchFamily="34" charset="0"/>
                <a:cs typeface="Calibri" panose="020F0502020204030204" pitchFamily="34" charset="0"/>
              </a:rPr>
              <a:t> The hardware interface translates instructions into physical movement and auditory output.</a:t>
            </a:r>
          </a:p>
        </p:txBody>
      </p:sp>
    </p:spTree>
    <p:extLst>
      <p:ext uri="{BB962C8B-B14F-4D97-AF65-F5344CB8AC3E}">
        <p14:creationId xmlns:p14="http://schemas.microsoft.com/office/powerpoint/2010/main" val="2669555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90614D-BE96-2647-39DB-EBF87CF7A990}"/>
              </a:ext>
            </a:extLst>
          </p:cNvPr>
          <p:cNvSpPr txBox="1"/>
          <p:nvPr/>
        </p:nvSpPr>
        <p:spPr>
          <a:xfrm>
            <a:off x="985421" y="532660"/>
            <a:ext cx="4172937" cy="584775"/>
          </a:xfrm>
          <a:prstGeom prst="rect">
            <a:avLst/>
          </a:prstGeom>
          <a:noFill/>
        </p:spPr>
        <p:txBody>
          <a:bodyPr wrap="none" rtlCol="0">
            <a:spAutoFit/>
          </a:bodyPr>
          <a:lstStyle/>
          <a:p>
            <a:r>
              <a:rPr lang="en-US" sz="3200" b="1" u="sng" dirty="0">
                <a:latin typeface="Calibri" panose="020F0502020204030204" pitchFamily="34" charset="0"/>
                <a:ea typeface="Calibri" panose="020F0502020204030204" pitchFamily="34" charset="0"/>
                <a:cs typeface="Calibri" panose="020F0502020204030204" pitchFamily="34" charset="0"/>
              </a:rPr>
              <a:t>Platform Methodology:</a:t>
            </a:r>
          </a:p>
        </p:txBody>
      </p:sp>
      <p:sp>
        <p:nvSpPr>
          <p:cNvPr id="3" name="TextBox 2">
            <a:extLst>
              <a:ext uri="{FF2B5EF4-FFF2-40B4-BE49-F238E27FC236}">
                <a16:creationId xmlns:a16="http://schemas.microsoft.com/office/drawing/2014/main" id="{D4582780-F747-7F43-4D9F-182B745176F5}"/>
              </a:ext>
            </a:extLst>
          </p:cNvPr>
          <p:cNvSpPr txBox="1"/>
          <p:nvPr/>
        </p:nvSpPr>
        <p:spPr>
          <a:xfrm>
            <a:off x="985421" y="1269506"/>
            <a:ext cx="10892901" cy="5016758"/>
          </a:xfrm>
          <a:prstGeom prst="rect">
            <a:avLst/>
          </a:prstGeom>
          <a:noFill/>
        </p:spPr>
        <p:txBody>
          <a:bodyPr wrap="square" rtlCol="0">
            <a:spAutoFit/>
          </a:bodyPr>
          <a:lstStyle/>
          <a:p>
            <a:r>
              <a:rPr lang="en-US" sz="2000" b="1" u="sng" dirty="0">
                <a:latin typeface="Calibri" panose="020F0502020204030204" pitchFamily="34" charset="0"/>
                <a:ea typeface="Calibri" panose="020F0502020204030204" pitchFamily="34" charset="0"/>
                <a:cs typeface="Calibri" panose="020F0502020204030204" pitchFamily="34" charset="0"/>
              </a:rPr>
              <a:t>A: Software</a:t>
            </a:r>
          </a:p>
          <a:p>
            <a:r>
              <a:rPr lang="en-US" sz="2000" dirty="0">
                <a:latin typeface="Calibri" panose="020F0502020204030204" pitchFamily="34" charset="0"/>
                <a:ea typeface="Calibri" panose="020F0502020204030204" pitchFamily="34" charset="0"/>
                <a:cs typeface="Calibri" panose="020F0502020204030204" pitchFamily="34" charset="0"/>
              </a:rPr>
              <a:t>To achieve the stated objectives, the project will follow a structured methodology consisting of several key stages:</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Programming Language: </a:t>
            </a:r>
            <a:r>
              <a:rPr lang="en-US" sz="2000" dirty="0">
                <a:latin typeface="Calibri" panose="020F0502020204030204" pitchFamily="34" charset="0"/>
                <a:ea typeface="Calibri" panose="020F0502020204030204" pitchFamily="34" charset="0"/>
                <a:cs typeface="Calibri" panose="020F0502020204030204" pitchFamily="34" charset="0"/>
              </a:rPr>
              <a:t>Python 3.12</a:t>
            </a:r>
            <a:endParaRPr lang="en-US" sz="2000" b="1" dirty="0">
              <a:latin typeface="Calibri" panose="020F0502020204030204" pitchFamily="34" charset="0"/>
              <a:ea typeface="Calibri" panose="020F0502020204030204" pitchFamily="34" charset="0"/>
              <a:cs typeface="Calibri" panose="020F0502020204030204" pitchFamily="34" charset="0"/>
            </a:endParaRP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Collect Software Requirements Models: </a:t>
            </a:r>
            <a:r>
              <a:rPr lang="en-US" sz="2000" dirty="0">
                <a:latin typeface="Calibri" panose="020F0502020204030204" pitchFamily="34" charset="0"/>
                <a:ea typeface="Calibri" panose="020F0502020204030204" pitchFamily="34" charset="0"/>
                <a:cs typeface="Calibri" panose="020F0502020204030204" pitchFamily="34" charset="0"/>
              </a:rPr>
              <a:t>Importing pretrained AI models that can help with the robot guide dog’s functionality:</a:t>
            </a:r>
          </a:p>
          <a:p>
            <a:pPr marL="457200" indent="-457200">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YOLO: for vision recognition utilizing a deep convolutional neural network (CNN) for real-time target tracking.</a:t>
            </a:r>
          </a:p>
          <a:p>
            <a:pPr marL="457200" indent="-457200">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Pathfinding: for navigation to calculate optimal, collision-free trajectory.</a:t>
            </a:r>
          </a:p>
          <a:p>
            <a:pPr marL="457200" indent="-457200">
              <a:buFont typeface="+mj-lt"/>
              <a:buAutoNum type="arabicPeriod"/>
            </a:pPr>
            <a:r>
              <a:rPr lang="en-US" sz="2000" dirty="0">
                <a:latin typeface="Calibri" panose="020F0502020204030204" pitchFamily="34" charset="0"/>
                <a:ea typeface="Calibri" panose="020F0502020204030204" pitchFamily="34" charset="0"/>
                <a:cs typeface="Calibri" panose="020F0502020204030204" pitchFamily="34" charset="0"/>
              </a:rPr>
              <a:t>Whisper: for voice-control, utilizing a Transformer-based automatic speech recognition (ASR) architecture to convert speech to text.</a:t>
            </a:r>
          </a:p>
          <a:p>
            <a:pPr marL="457200" indent="-457200">
              <a:buFont typeface="+mj-lt"/>
              <a:buAutoNum type="arabicPeriod"/>
            </a:pPr>
            <a:r>
              <a:rPr lang="en-US" sz="2000" dirty="0" err="1">
                <a:latin typeface="Calibri" panose="020F0502020204030204" pitchFamily="34" charset="0"/>
                <a:ea typeface="Calibri" panose="020F0502020204030204" pitchFamily="34" charset="0"/>
                <a:cs typeface="Calibri" panose="020F0502020204030204" pitchFamily="34" charset="0"/>
              </a:rPr>
              <a:t>gTTS</a:t>
            </a:r>
            <a:r>
              <a:rPr lang="en-US" sz="2000" dirty="0">
                <a:latin typeface="Calibri" panose="020F0502020204030204" pitchFamily="34" charset="0"/>
                <a:ea typeface="Calibri" panose="020F0502020204030204" pitchFamily="34" charset="0"/>
                <a:cs typeface="Calibri" panose="020F0502020204030204" pitchFamily="34" charset="0"/>
              </a:rPr>
              <a:t>: for voice-feedback, using neural speech synthesis API wrapper to convert system text into audible audio streams.</a:t>
            </a: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04334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A79372-F494-94DC-0662-AD6363F56C25}"/>
              </a:ext>
            </a:extLst>
          </p:cNvPr>
          <p:cNvSpPr txBox="1"/>
          <p:nvPr/>
        </p:nvSpPr>
        <p:spPr>
          <a:xfrm>
            <a:off x="522974" y="784055"/>
            <a:ext cx="743024" cy="400110"/>
          </a:xfrm>
          <a:prstGeom prst="rect">
            <a:avLst/>
          </a:prstGeom>
          <a:noFill/>
        </p:spPr>
        <p:txBody>
          <a:bodyPr wrap="none" rtlCol="0">
            <a:spAutoFit/>
          </a:bodyPr>
          <a:lstStyle/>
          <a:p>
            <a:r>
              <a:rPr lang="en-US" sz="2000" u="sng" dirty="0">
                <a:latin typeface="Calibri" panose="020F0502020204030204" pitchFamily="34" charset="0"/>
                <a:ea typeface="Calibri" panose="020F0502020204030204" pitchFamily="34" charset="0"/>
                <a:cs typeface="Calibri" panose="020F0502020204030204" pitchFamily="34" charset="0"/>
              </a:rPr>
              <a:t>YOLO</a:t>
            </a:r>
            <a:endParaRPr lang="en-IL" sz="2000" u="sng"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ED8C07CC-A457-35D3-1226-24C8F429041F}"/>
              </a:ext>
            </a:extLst>
          </p:cNvPr>
          <p:cNvSpPr txBox="1"/>
          <p:nvPr/>
        </p:nvSpPr>
        <p:spPr>
          <a:xfrm>
            <a:off x="522974" y="1307133"/>
            <a:ext cx="6753300" cy="1815882"/>
          </a:xfrm>
          <a:prstGeom prst="rect">
            <a:avLst/>
          </a:prstGeom>
          <a:noFill/>
        </p:spPr>
        <p:txBody>
          <a:bodyPr wrap="square" rtlCol="0">
            <a:spAutoFit/>
          </a:bodyPr>
          <a:lstStyle/>
          <a:p>
            <a:pPr lvl="0" eaLnBrk="0" fontAlgn="base" hangingPunct="0">
              <a:spcBef>
                <a:spcPct val="0"/>
              </a:spcBef>
              <a:spcAft>
                <a:spcPct val="0"/>
              </a:spcAft>
            </a:pPr>
            <a:r>
              <a:rPr lang="en-IL" altLang="en-IL" sz="1600" b="1" dirty="0">
                <a:latin typeface="Calibri" panose="020F0502020204030204" pitchFamily="34" charset="0"/>
                <a:ea typeface="Calibri" panose="020F0502020204030204" pitchFamily="34" charset="0"/>
                <a:cs typeface="Calibri" panose="020F0502020204030204" pitchFamily="34" charset="0"/>
              </a:rPr>
              <a:t>Backbone (Feature Extraction):</a:t>
            </a:r>
            <a:r>
              <a:rPr lang="en-IL" altLang="en-IL" sz="1600" dirty="0">
                <a:latin typeface="Calibri" panose="020F0502020204030204" pitchFamily="34" charset="0"/>
                <a:ea typeface="Calibri" panose="020F0502020204030204" pitchFamily="34" charset="0"/>
                <a:cs typeface="Calibri" panose="020F0502020204030204" pitchFamily="34" charset="0"/>
              </a:rPr>
              <a:t> A deep CNN that strips raw pixels to isolate abstract features like edges, shapes, and textures.</a:t>
            </a:r>
          </a:p>
          <a:p>
            <a:pPr lvl="0" eaLnBrk="0" fontAlgn="base" hangingPunct="0">
              <a:spcBef>
                <a:spcPct val="0"/>
              </a:spcBef>
              <a:spcAft>
                <a:spcPct val="0"/>
              </a:spcAft>
            </a:pPr>
            <a:r>
              <a:rPr lang="en-IL" altLang="en-IL" sz="1600" b="1" dirty="0">
                <a:latin typeface="Calibri" panose="020F0502020204030204" pitchFamily="34" charset="0"/>
                <a:ea typeface="Calibri" panose="020F0502020204030204" pitchFamily="34" charset="0"/>
                <a:cs typeface="Calibri" panose="020F0502020204030204" pitchFamily="34" charset="0"/>
              </a:rPr>
              <a:t>Neck (Feature Fusion):</a:t>
            </a:r>
            <a:r>
              <a:rPr lang="en-IL" altLang="en-IL" sz="1600" dirty="0">
                <a:latin typeface="Calibri" panose="020F0502020204030204" pitchFamily="34" charset="0"/>
                <a:ea typeface="Calibri" panose="020F0502020204030204" pitchFamily="34" charset="0"/>
                <a:cs typeface="Calibri" panose="020F0502020204030204" pitchFamily="34" charset="0"/>
              </a:rPr>
              <a:t> Blends high-resolution spatial details with deep semantic concepts to detect both large objects and small hazards simultaneously.</a:t>
            </a:r>
          </a:p>
          <a:p>
            <a:pPr lvl="0" eaLnBrk="0" fontAlgn="base" hangingPunct="0">
              <a:spcBef>
                <a:spcPct val="0"/>
              </a:spcBef>
              <a:spcAft>
                <a:spcPct val="0"/>
              </a:spcAft>
            </a:pPr>
            <a:r>
              <a:rPr lang="en-IL" altLang="en-IL" sz="1600" b="1" dirty="0">
                <a:latin typeface="Calibri" panose="020F0502020204030204" pitchFamily="34" charset="0"/>
                <a:ea typeface="Calibri" panose="020F0502020204030204" pitchFamily="34" charset="0"/>
                <a:cs typeface="Calibri" panose="020F0502020204030204" pitchFamily="34" charset="0"/>
              </a:rPr>
              <a:t>Head (The Predictor):</a:t>
            </a:r>
            <a:r>
              <a:rPr lang="en-IL" altLang="en-IL" sz="1600" dirty="0">
                <a:latin typeface="Calibri" panose="020F0502020204030204" pitchFamily="34" charset="0"/>
                <a:ea typeface="Calibri" panose="020F0502020204030204" pitchFamily="34" charset="0"/>
                <a:cs typeface="Calibri" panose="020F0502020204030204" pitchFamily="34" charset="0"/>
              </a:rPr>
              <a:t> The final layers that output the mathematical tensors containing spatial coordinates and object labels.</a:t>
            </a:r>
          </a:p>
        </p:txBody>
      </p:sp>
      <p:sp>
        <p:nvSpPr>
          <p:cNvPr id="4" name="TextBox 3">
            <a:extLst>
              <a:ext uri="{FF2B5EF4-FFF2-40B4-BE49-F238E27FC236}">
                <a16:creationId xmlns:a16="http://schemas.microsoft.com/office/drawing/2014/main" id="{BAEDBBE2-1CCA-5373-00F7-B04FA57884BC}"/>
              </a:ext>
            </a:extLst>
          </p:cNvPr>
          <p:cNvSpPr txBox="1"/>
          <p:nvPr/>
        </p:nvSpPr>
        <p:spPr>
          <a:xfrm>
            <a:off x="522974" y="3483337"/>
            <a:ext cx="1128835" cy="400110"/>
          </a:xfrm>
          <a:prstGeom prst="rect">
            <a:avLst/>
          </a:prstGeom>
          <a:noFill/>
        </p:spPr>
        <p:txBody>
          <a:bodyPr wrap="none" rtlCol="0">
            <a:spAutoFit/>
          </a:bodyPr>
          <a:lstStyle/>
          <a:p>
            <a:r>
              <a:rPr lang="en-US" sz="2000" u="sng" dirty="0">
                <a:latin typeface="Calibri" panose="020F0502020204030204" pitchFamily="34" charset="0"/>
                <a:ea typeface="Calibri" panose="020F0502020204030204" pitchFamily="34" charset="0"/>
                <a:cs typeface="Calibri" panose="020F0502020204030204" pitchFamily="34" charset="0"/>
              </a:rPr>
              <a:t>Whisper:</a:t>
            </a:r>
            <a:endParaRPr lang="en-IL" sz="2000" u="sng"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661519E6-E3D8-C893-44CD-2D8A3AB2B7A5}"/>
              </a:ext>
            </a:extLst>
          </p:cNvPr>
          <p:cNvSpPr txBox="1"/>
          <p:nvPr/>
        </p:nvSpPr>
        <p:spPr>
          <a:xfrm>
            <a:off x="499756" y="4011842"/>
            <a:ext cx="6584833" cy="2062103"/>
          </a:xfrm>
          <a:prstGeom prst="rect">
            <a:avLst/>
          </a:prstGeom>
          <a:noFill/>
        </p:spPr>
        <p:txBody>
          <a:bodyPr wrap="square" rtlCol="0">
            <a:spAutoFit/>
          </a:bodyPr>
          <a:lstStyle/>
          <a:p>
            <a:r>
              <a:rPr lang="en-GB" sz="1600" b="1" dirty="0">
                <a:latin typeface="Calibri" panose="020F0502020204030204" pitchFamily="34" charset="0"/>
                <a:ea typeface="Calibri" panose="020F0502020204030204" pitchFamily="34" charset="0"/>
                <a:cs typeface="Calibri" panose="020F0502020204030204" pitchFamily="34" charset="0"/>
              </a:rPr>
              <a:t>1. Human (Voice Command): </a:t>
            </a:r>
            <a:r>
              <a:rPr lang="en-GB" sz="1600" dirty="0">
                <a:latin typeface="Calibri" panose="020F0502020204030204" pitchFamily="34" charset="0"/>
                <a:ea typeface="Calibri" panose="020F0502020204030204" pitchFamily="34" charset="0"/>
                <a:cs typeface="Calibri" panose="020F0502020204030204" pitchFamily="34" charset="0"/>
              </a:rPr>
              <a:t>The user gives a natural spoken command to the system</a:t>
            </a:r>
          </a:p>
          <a:p>
            <a:r>
              <a:rPr lang="en-GB" sz="1600" b="1" dirty="0">
                <a:latin typeface="Calibri" panose="020F0502020204030204" pitchFamily="34" charset="0"/>
                <a:ea typeface="Calibri" panose="020F0502020204030204" pitchFamily="34" charset="0"/>
                <a:cs typeface="Calibri" panose="020F0502020204030204" pitchFamily="34" charset="0"/>
              </a:rPr>
              <a:t>2. Audio Capture: </a:t>
            </a:r>
            <a:r>
              <a:rPr lang="en-GB" sz="1600" dirty="0">
                <a:latin typeface="Calibri" panose="020F0502020204030204" pitchFamily="34" charset="0"/>
                <a:ea typeface="Calibri" panose="020F0502020204030204" pitchFamily="34" charset="0"/>
                <a:cs typeface="Calibri" panose="020F0502020204030204" pitchFamily="34" charset="0"/>
              </a:rPr>
              <a:t>An onboard microphone captures the live speech waves and saves them into a raw audio buffer.</a:t>
            </a:r>
          </a:p>
          <a:p>
            <a:r>
              <a:rPr lang="en-GB" sz="1600" b="1" dirty="0">
                <a:latin typeface="Calibri" panose="020F0502020204030204" pitchFamily="34" charset="0"/>
                <a:ea typeface="Calibri" panose="020F0502020204030204" pitchFamily="34" charset="0"/>
                <a:cs typeface="Calibri" panose="020F0502020204030204" pitchFamily="34" charset="0"/>
              </a:rPr>
              <a:t>3. Text Output:</a:t>
            </a:r>
            <a:r>
              <a:rPr lang="en-GB" sz="1600" dirty="0">
                <a:latin typeface="Calibri" panose="020F0502020204030204" pitchFamily="34" charset="0"/>
                <a:ea typeface="Calibri" panose="020F0502020204030204" pitchFamily="34" charset="0"/>
                <a:cs typeface="Calibri" panose="020F0502020204030204" pitchFamily="34" charset="0"/>
              </a:rPr>
              <a:t> The model outputs the final transcribed text command with minimal latency.</a:t>
            </a:r>
          </a:p>
          <a:p>
            <a:r>
              <a:rPr lang="en-GB" sz="1600" b="1" dirty="0">
                <a:latin typeface="Calibri" panose="020F0502020204030204" pitchFamily="34" charset="0"/>
                <a:ea typeface="Calibri" panose="020F0502020204030204" pitchFamily="34" charset="0"/>
                <a:cs typeface="Calibri" panose="020F0502020204030204" pitchFamily="34" charset="0"/>
              </a:rPr>
              <a:t>4. Command Interpretation: </a:t>
            </a:r>
            <a:r>
              <a:rPr lang="en-GB" sz="1600" dirty="0">
                <a:latin typeface="Calibri" panose="020F0502020204030204" pitchFamily="34" charset="0"/>
                <a:ea typeface="Calibri" panose="020F0502020204030204" pitchFamily="34" charset="0"/>
                <a:cs typeface="Calibri" panose="020F0502020204030204" pitchFamily="34" charset="0"/>
              </a:rPr>
              <a:t>The system parses the transcribed text to identify the user's intent, </a:t>
            </a:r>
            <a:endParaRPr lang="en-IL" sz="16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AF30BE65-A3FC-2E39-45EA-408F062F94A4}"/>
              </a:ext>
            </a:extLst>
          </p:cNvPr>
          <p:cNvPicPr>
            <a:picLocks noChangeAspect="1"/>
          </p:cNvPicPr>
          <p:nvPr/>
        </p:nvPicPr>
        <p:blipFill>
          <a:blip r:embed="rId2"/>
          <a:stretch>
            <a:fillRect/>
          </a:stretch>
        </p:blipFill>
        <p:spPr>
          <a:xfrm>
            <a:off x="7454530" y="765729"/>
            <a:ext cx="4737470" cy="2648182"/>
          </a:xfrm>
          <a:prstGeom prst="rect">
            <a:avLst/>
          </a:prstGeom>
        </p:spPr>
      </p:pic>
      <p:sp>
        <p:nvSpPr>
          <p:cNvPr id="7" name="TextBox 6">
            <a:extLst>
              <a:ext uri="{FF2B5EF4-FFF2-40B4-BE49-F238E27FC236}">
                <a16:creationId xmlns:a16="http://schemas.microsoft.com/office/drawing/2014/main" id="{ECF8E12B-CBC5-4D1D-C0E5-EB3532B74B50}"/>
              </a:ext>
            </a:extLst>
          </p:cNvPr>
          <p:cNvSpPr txBox="1"/>
          <p:nvPr/>
        </p:nvSpPr>
        <p:spPr>
          <a:xfrm>
            <a:off x="8894167" y="3483337"/>
            <a:ext cx="2459199" cy="307777"/>
          </a:xfrm>
          <a:prstGeom prst="rect">
            <a:avLst/>
          </a:prstGeom>
          <a:noFill/>
        </p:spPr>
        <p:txBody>
          <a:bodyPr wrap="non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Fig 3.1: Pipeline of YOLO model</a:t>
            </a:r>
            <a:endParaRPr lang="en-IL" sz="1400"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16B4E9CE-0A2B-29E7-0519-24B2E0CD8DB3}"/>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868728" y="3791114"/>
            <a:ext cx="4038600" cy="2692400"/>
          </a:xfrm>
          <a:prstGeom prst="rect">
            <a:avLst/>
          </a:prstGeom>
        </p:spPr>
      </p:pic>
      <p:sp>
        <p:nvSpPr>
          <p:cNvPr id="10" name="TextBox 9">
            <a:extLst>
              <a:ext uri="{FF2B5EF4-FFF2-40B4-BE49-F238E27FC236}">
                <a16:creationId xmlns:a16="http://schemas.microsoft.com/office/drawing/2014/main" id="{890C911A-3F1A-B164-B17D-232AFF3B143F}"/>
              </a:ext>
            </a:extLst>
          </p:cNvPr>
          <p:cNvSpPr txBox="1"/>
          <p:nvPr/>
        </p:nvSpPr>
        <p:spPr>
          <a:xfrm>
            <a:off x="8547404" y="6244851"/>
            <a:ext cx="2667718" cy="307777"/>
          </a:xfrm>
          <a:prstGeom prst="rect">
            <a:avLst/>
          </a:prstGeom>
          <a:noFill/>
        </p:spPr>
        <p:txBody>
          <a:bodyPr wrap="non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Fig </a:t>
            </a:r>
            <a:r>
              <a:rPr lang="he-IL" sz="1200" dirty="0">
                <a:latin typeface="Calibri" panose="020F0502020204030204" pitchFamily="34" charset="0"/>
                <a:ea typeface="Calibri" panose="020F0502020204030204" pitchFamily="34" charset="0"/>
                <a:cs typeface="Calibri" panose="020F0502020204030204" pitchFamily="34" charset="0"/>
              </a:rPr>
              <a:t>3.2</a:t>
            </a:r>
            <a:r>
              <a:rPr lang="en-US" sz="1400" dirty="0">
                <a:latin typeface="Calibri" panose="020F0502020204030204" pitchFamily="34" charset="0"/>
                <a:ea typeface="Calibri" panose="020F0502020204030204" pitchFamily="34" charset="0"/>
                <a:cs typeface="Calibri" panose="020F0502020204030204" pitchFamily="34" charset="0"/>
              </a:rPr>
              <a:t>: Pipeline of Whisper model</a:t>
            </a:r>
            <a:endParaRPr lang="en-IL"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30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3F0733-1C2A-8B6D-86C1-242E259636A8}"/>
              </a:ext>
            </a:extLst>
          </p:cNvPr>
          <p:cNvSpPr txBox="1"/>
          <p:nvPr/>
        </p:nvSpPr>
        <p:spPr>
          <a:xfrm>
            <a:off x="4370665" y="128572"/>
            <a:ext cx="2413481" cy="461665"/>
          </a:xfrm>
          <a:prstGeom prst="rect">
            <a:avLst/>
          </a:prstGeom>
          <a:noFill/>
        </p:spPr>
        <p:txBody>
          <a:bodyPr wrap="none" rtlCol="0">
            <a:spAutoFit/>
          </a:bodyPr>
          <a:lstStyle/>
          <a:p>
            <a:r>
              <a:rPr lang="en-US" sz="2400" b="1" u="sng" dirty="0"/>
              <a:t>Library </a:t>
            </a:r>
            <a:r>
              <a:rPr lang="en-US" sz="2400" b="1" u="sng" dirty="0" err="1"/>
              <a:t>Softwares</a:t>
            </a:r>
            <a:endParaRPr lang="en-IL" sz="2400" b="1" u="sng" dirty="0"/>
          </a:p>
        </p:txBody>
      </p:sp>
      <p:sp>
        <p:nvSpPr>
          <p:cNvPr id="3" name="TextBox 2">
            <a:extLst>
              <a:ext uri="{FF2B5EF4-FFF2-40B4-BE49-F238E27FC236}">
                <a16:creationId xmlns:a16="http://schemas.microsoft.com/office/drawing/2014/main" id="{6255D88F-4DA6-1761-903E-6031C365508A}"/>
              </a:ext>
            </a:extLst>
          </p:cNvPr>
          <p:cNvSpPr txBox="1"/>
          <p:nvPr/>
        </p:nvSpPr>
        <p:spPr>
          <a:xfrm>
            <a:off x="530262" y="969027"/>
            <a:ext cx="744756" cy="400110"/>
          </a:xfrm>
          <a:prstGeom prst="rect">
            <a:avLst/>
          </a:prstGeom>
          <a:noFill/>
        </p:spPr>
        <p:txBody>
          <a:bodyPr wrap="none" rtlCol="0">
            <a:spAutoFit/>
          </a:bodyPr>
          <a:lstStyle/>
          <a:p>
            <a:r>
              <a:rPr lang="en-US" sz="2000" u="sng" dirty="0" err="1">
                <a:latin typeface="Calibri" panose="020F0502020204030204" pitchFamily="34" charset="0"/>
                <a:ea typeface="Calibri" panose="020F0502020204030204" pitchFamily="34" charset="0"/>
                <a:cs typeface="Calibri" panose="020F0502020204030204" pitchFamily="34" charset="0"/>
              </a:rPr>
              <a:t>gTTS</a:t>
            </a:r>
            <a:r>
              <a:rPr lang="en-US" sz="2000" u="sng" dirty="0">
                <a:latin typeface="Calibri" panose="020F0502020204030204" pitchFamily="34" charset="0"/>
                <a:ea typeface="Calibri" panose="020F0502020204030204" pitchFamily="34" charset="0"/>
                <a:cs typeface="Calibri" panose="020F0502020204030204" pitchFamily="34" charset="0"/>
              </a:rPr>
              <a:t>:</a:t>
            </a:r>
            <a:endParaRPr lang="en-IL" sz="2000" u="sng"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DBE60087-42B5-7F97-0FAF-42FEBA8E5E66}"/>
              </a:ext>
            </a:extLst>
          </p:cNvPr>
          <p:cNvSpPr txBox="1"/>
          <p:nvPr/>
        </p:nvSpPr>
        <p:spPr>
          <a:xfrm>
            <a:off x="530262" y="1500663"/>
            <a:ext cx="7216064" cy="2062103"/>
          </a:xfrm>
          <a:prstGeom prst="rect">
            <a:avLst/>
          </a:prstGeom>
          <a:noFill/>
        </p:spPr>
        <p:txBody>
          <a:bodyPr wrap="square" rtlCol="0">
            <a:spAutoFit/>
          </a:bodyPr>
          <a:lstStyle/>
          <a:p>
            <a:r>
              <a:rPr lang="en-GB" sz="1600" dirty="0" err="1">
                <a:latin typeface="Calibri" panose="020F0502020204030204" pitchFamily="34" charset="0"/>
                <a:ea typeface="Calibri" panose="020F0502020204030204" pitchFamily="34" charset="0"/>
                <a:cs typeface="Calibri" panose="020F0502020204030204" pitchFamily="34" charset="0"/>
              </a:rPr>
              <a:t>gTTS</a:t>
            </a:r>
            <a:r>
              <a:rPr lang="en-GB" sz="1600" dirty="0">
                <a:latin typeface="Calibri" panose="020F0502020204030204" pitchFamily="34" charset="0"/>
                <a:ea typeface="Calibri" panose="020F0502020204030204" pitchFamily="34" charset="0"/>
                <a:cs typeface="Calibri" panose="020F0502020204030204" pitchFamily="34" charset="0"/>
              </a:rPr>
              <a:t> (Google Text-to-Speech) acts as the robot's mouth, translating text strings into spoken</a:t>
            </a:r>
          </a:p>
          <a:p>
            <a:r>
              <a:rPr lang="en-GB" sz="1600" b="1" dirty="0">
                <a:latin typeface="Calibri" panose="020F0502020204030204" pitchFamily="34" charset="0"/>
                <a:ea typeface="Calibri" panose="020F0502020204030204" pitchFamily="34" charset="0"/>
                <a:cs typeface="Calibri" panose="020F0502020204030204" pitchFamily="34" charset="0"/>
              </a:rPr>
              <a:t>Text Generation &amp; Normalization</a:t>
            </a:r>
          </a:p>
          <a:p>
            <a:r>
              <a:rPr lang="en-GB" sz="1600" b="1" dirty="0">
                <a:latin typeface="Calibri" panose="020F0502020204030204" pitchFamily="34" charset="0"/>
                <a:ea typeface="Calibri" panose="020F0502020204030204" pitchFamily="34" charset="0"/>
                <a:cs typeface="Calibri" panose="020F0502020204030204" pitchFamily="34" charset="0"/>
              </a:rPr>
              <a:t>Trigger:</a:t>
            </a:r>
            <a:r>
              <a:rPr lang="en-GB" sz="1600" dirty="0">
                <a:latin typeface="Calibri" panose="020F0502020204030204" pitchFamily="34" charset="0"/>
                <a:ea typeface="Calibri" panose="020F0502020204030204" pitchFamily="34" charset="0"/>
                <a:cs typeface="Calibri" panose="020F0502020204030204" pitchFamily="34" charset="0"/>
              </a:rPr>
              <a:t> The robot's code detects an event (e.g., an obstacle) and creates a text string (e.g. </a:t>
            </a:r>
            <a:r>
              <a:rPr lang="en-US" sz="1600" dirty="0">
                <a:latin typeface="Calibri" panose="020F0502020204030204" pitchFamily="34" charset="0"/>
                <a:ea typeface="Calibri" panose="020F0502020204030204" pitchFamily="34" charset="0"/>
                <a:cs typeface="Calibri" panose="020F0502020204030204" pitchFamily="34" charset="0"/>
              </a:rPr>
              <a:t>"Obstacle detected. Turn left."</a:t>
            </a:r>
            <a:r>
              <a:rPr lang="en-GB" sz="1600" dirty="0">
                <a:latin typeface="Calibri" panose="020F0502020204030204" pitchFamily="34" charset="0"/>
                <a:ea typeface="Calibri" panose="020F0502020204030204" pitchFamily="34" charset="0"/>
                <a:cs typeface="Calibri" panose="020F0502020204030204" pitchFamily="34" charset="0"/>
              </a:rPr>
              <a:t>)</a:t>
            </a:r>
          </a:p>
          <a:p>
            <a:r>
              <a:rPr lang="en-GB" sz="1600" b="1" dirty="0">
                <a:latin typeface="Calibri" panose="020F0502020204030204" pitchFamily="34" charset="0"/>
                <a:ea typeface="Calibri" panose="020F0502020204030204" pitchFamily="34" charset="0"/>
                <a:cs typeface="Calibri" panose="020F0502020204030204" pitchFamily="34" charset="0"/>
              </a:rPr>
              <a:t>Normalization:</a:t>
            </a:r>
            <a:r>
              <a:rPr lang="en-GB" sz="1600" dirty="0">
                <a:latin typeface="Calibri" panose="020F0502020204030204" pitchFamily="34" charset="0"/>
                <a:ea typeface="Calibri" panose="020F0502020204030204" pitchFamily="34" charset="0"/>
                <a:cs typeface="Calibri" panose="020F0502020204030204" pitchFamily="34" charset="0"/>
              </a:rPr>
              <a:t> The </a:t>
            </a:r>
            <a:r>
              <a:rPr lang="en-GB" sz="1600" dirty="0" err="1">
                <a:latin typeface="Calibri" panose="020F0502020204030204" pitchFamily="34" charset="0"/>
                <a:ea typeface="Calibri" panose="020F0502020204030204" pitchFamily="34" charset="0"/>
                <a:cs typeface="Calibri" panose="020F0502020204030204" pitchFamily="34" charset="0"/>
              </a:rPr>
              <a:t>gTTS</a:t>
            </a:r>
            <a:r>
              <a:rPr lang="en-GB" sz="1600" dirty="0">
                <a:latin typeface="Calibri" panose="020F0502020204030204" pitchFamily="34" charset="0"/>
                <a:ea typeface="Calibri" panose="020F0502020204030204" pitchFamily="34" charset="0"/>
                <a:cs typeface="Calibri" panose="020F0502020204030204" pitchFamily="34" charset="0"/>
              </a:rPr>
              <a:t> library cleans the text, translating numbers, acronyms, and punctuation into fully pronounceable words.</a:t>
            </a:r>
          </a:p>
          <a:p>
            <a:endParaRPr lang="en-GB" sz="16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A54B9C6-7DAF-6D9A-AC5E-9473101CF7E6}"/>
              </a:ext>
            </a:extLst>
          </p:cNvPr>
          <p:cNvSpPr txBox="1"/>
          <p:nvPr/>
        </p:nvSpPr>
        <p:spPr>
          <a:xfrm>
            <a:off x="452735" y="3766361"/>
            <a:ext cx="4195572" cy="400110"/>
          </a:xfrm>
          <a:prstGeom prst="rect">
            <a:avLst/>
          </a:prstGeom>
          <a:noFill/>
        </p:spPr>
        <p:txBody>
          <a:bodyPr wrap="none" rtlCol="0">
            <a:spAutoFit/>
          </a:bodyPr>
          <a:lstStyle/>
          <a:p>
            <a:r>
              <a:rPr lang="en-US" sz="2000" u="sng" dirty="0">
                <a:latin typeface="Calibri" panose="020F0502020204030204" pitchFamily="34" charset="0"/>
                <a:ea typeface="Calibri" panose="020F0502020204030204" pitchFamily="34" charset="0"/>
                <a:cs typeface="Calibri" panose="020F0502020204030204" pitchFamily="34" charset="0"/>
              </a:rPr>
              <a:t>Pathfinding (A* Navigation Algorithm)</a:t>
            </a:r>
            <a:endParaRPr lang="en-IL" sz="2000" u="sng"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DB6617A-D710-1CEB-FBAA-91D52346ABC1}"/>
              </a:ext>
            </a:extLst>
          </p:cNvPr>
          <p:cNvSpPr txBox="1"/>
          <p:nvPr/>
        </p:nvSpPr>
        <p:spPr>
          <a:xfrm>
            <a:off x="452735" y="4297997"/>
            <a:ext cx="7435969" cy="1815882"/>
          </a:xfrm>
          <a:prstGeom prst="rect">
            <a:avLst/>
          </a:prstGeom>
          <a:noFill/>
        </p:spPr>
        <p:txBody>
          <a:bodyPr wrap="square" rtlCol="0">
            <a:spAutoFit/>
          </a:bodyPr>
          <a:lstStyle/>
          <a:p>
            <a:r>
              <a:rPr lang="en-IL" sz="1600" dirty="0">
                <a:latin typeface="Calibri" panose="020F0502020204030204" pitchFamily="34" charset="0"/>
                <a:ea typeface="Calibri" panose="020F0502020204030204" pitchFamily="34" charset="0"/>
                <a:cs typeface="Calibri" panose="020F0502020204030204" pitchFamily="34" charset="0"/>
              </a:rPr>
              <a:t>Pathfinding is implemented using the A* algorithm, which identifies the optimal trajectory to a target while effectively navigating around obstacles. Although Dijkstra's algorithm also guarantees the shortest path, it requires an exhaustive search of all possible routes. In contrast, A* utilizes heuristics to guide the search, significantly reducing the computational overhead and increasing efficiency. Consequently, A* was selected for this application to ensure faster path calculation compared to Dijkstra's algorithm.</a:t>
            </a:r>
            <a:endParaRPr lang="en-GB" sz="1400"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47EA3701-CFA7-1DA3-6204-4E7DB60F00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6980" y="969027"/>
            <a:ext cx="3935020" cy="2275115"/>
          </a:xfrm>
          <a:prstGeom prst="rect">
            <a:avLst/>
          </a:prstGeom>
        </p:spPr>
      </p:pic>
      <p:sp>
        <p:nvSpPr>
          <p:cNvPr id="8" name="TextBox 7">
            <a:extLst>
              <a:ext uri="{FF2B5EF4-FFF2-40B4-BE49-F238E27FC236}">
                <a16:creationId xmlns:a16="http://schemas.microsoft.com/office/drawing/2014/main" id="{4B104D3B-3883-A4B9-B9D5-9DD9CC6D768E}"/>
              </a:ext>
            </a:extLst>
          </p:cNvPr>
          <p:cNvSpPr txBox="1"/>
          <p:nvPr/>
        </p:nvSpPr>
        <p:spPr>
          <a:xfrm>
            <a:off x="9100711" y="3329995"/>
            <a:ext cx="2412776" cy="307777"/>
          </a:xfrm>
          <a:prstGeom prst="rect">
            <a:avLst/>
          </a:prstGeom>
          <a:noFill/>
        </p:spPr>
        <p:txBody>
          <a:bodyPr wrap="none" rtlCol="0">
            <a:spAutoFit/>
          </a:bodyPr>
          <a:lstStyle/>
          <a:p>
            <a:r>
              <a:rPr lang="en-US" sz="1400" dirty="0"/>
              <a:t>Fig 4.2: Pipeline of </a:t>
            </a:r>
            <a:r>
              <a:rPr lang="en-US" sz="1400" dirty="0" err="1"/>
              <a:t>gTTS</a:t>
            </a:r>
            <a:r>
              <a:rPr lang="en-US" sz="1400" dirty="0"/>
              <a:t> model</a:t>
            </a:r>
            <a:endParaRPr lang="en-IL" sz="1400" dirty="0"/>
          </a:p>
        </p:txBody>
      </p:sp>
      <p:grpSp>
        <p:nvGrpSpPr>
          <p:cNvPr id="9" name="Group 8">
            <a:extLst>
              <a:ext uri="{FF2B5EF4-FFF2-40B4-BE49-F238E27FC236}">
                <a16:creationId xmlns:a16="http://schemas.microsoft.com/office/drawing/2014/main" id="{6128219F-7593-B989-25FF-821F916A1383}"/>
              </a:ext>
            </a:extLst>
          </p:cNvPr>
          <p:cNvGrpSpPr/>
          <p:nvPr/>
        </p:nvGrpSpPr>
        <p:grpSpPr>
          <a:xfrm>
            <a:off x="8161199" y="4297997"/>
            <a:ext cx="4126581" cy="2110678"/>
            <a:chOff x="7985202" y="4389331"/>
            <a:chExt cx="4126581" cy="2110678"/>
          </a:xfrm>
        </p:grpSpPr>
        <p:grpSp>
          <p:nvGrpSpPr>
            <p:cNvPr id="10" name="Group 9">
              <a:extLst>
                <a:ext uri="{FF2B5EF4-FFF2-40B4-BE49-F238E27FC236}">
                  <a16:creationId xmlns:a16="http://schemas.microsoft.com/office/drawing/2014/main" id="{10AA29D8-6CC4-793E-7800-BA8546DACDAD}"/>
                </a:ext>
              </a:extLst>
            </p:cNvPr>
            <p:cNvGrpSpPr/>
            <p:nvPr/>
          </p:nvGrpSpPr>
          <p:grpSpPr>
            <a:xfrm>
              <a:off x="7985202" y="4389331"/>
              <a:ext cx="4126581" cy="2110678"/>
              <a:chOff x="8056666" y="4545166"/>
              <a:chExt cx="4126581" cy="2110678"/>
            </a:xfrm>
          </p:grpSpPr>
          <p:pic>
            <p:nvPicPr>
              <p:cNvPr id="15" name="Picture 4" descr="Introduction to A*">
                <a:extLst>
                  <a:ext uri="{FF2B5EF4-FFF2-40B4-BE49-F238E27FC236}">
                    <a16:creationId xmlns:a16="http://schemas.microsoft.com/office/drawing/2014/main" id="{6ECC343B-FC6C-BE82-7819-28CDA1B1885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535" t="40004" r="34275" b="20012"/>
              <a:stretch>
                <a:fillRect/>
              </a:stretch>
            </p:blipFill>
            <p:spPr bwMode="auto">
              <a:xfrm>
                <a:off x="8178890" y="4545166"/>
                <a:ext cx="1694934" cy="1302588"/>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9C4857AD-F17D-B7C1-B26A-5FD58FED96BB}"/>
                  </a:ext>
                </a:extLst>
              </p:cNvPr>
              <p:cNvSpPr txBox="1"/>
              <p:nvPr/>
            </p:nvSpPr>
            <p:spPr>
              <a:xfrm>
                <a:off x="8056666" y="5917180"/>
                <a:ext cx="1968178" cy="738664"/>
              </a:xfrm>
              <a:prstGeom prst="rect">
                <a:avLst/>
              </a:prstGeom>
              <a:noFill/>
            </p:spPr>
            <p:txBody>
              <a:bodyPr wrap="square" rtlCol="0">
                <a:spAutoFit/>
              </a:bodyPr>
              <a:lstStyle/>
              <a:p>
                <a:r>
                  <a:rPr lang="en-US" sz="1400" dirty="0"/>
                  <a:t>Fig 3.2: Visualization of A* algorithm in action from S to T</a:t>
                </a:r>
                <a:endParaRPr lang="en-IL" sz="1400" dirty="0"/>
              </a:p>
            </p:txBody>
          </p:sp>
          <p:pic>
            <p:nvPicPr>
              <p:cNvPr id="17" name="Picture 16">
                <a:extLst>
                  <a:ext uri="{FF2B5EF4-FFF2-40B4-BE49-F238E27FC236}">
                    <a16:creationId xmlns:a16="http://schemas.microsoft.com/office/drawing/2014/main" id="{88C9A711-91CB-0AE5-CDB3-D11207A81AA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248007" y="4545166"/>
                <a:ext cx="1694934" cy="1303795"/>
              </a:xfrm>
              <a:prstGeom prst="rect">
                <a:avLst/>
              </a:prstGeom>
            </p:spPr>
          </p:pic>
          <p:sp>
            <p:nvSpPr>
              <p:cNvPr id="18" name="TextBox 17">
                <a:extLst>
                  <a:ext uri="{FF2B5EF4-FFF2-40B4-BE49-F238E27FC236}">
                    <a16:creationId xmlns:a16="http://schemas.microsoft.com/office/drawing/2014/main" id="{A4CB55CE-0479-F83D-D400-EC7B0930254B}"/>
                  </a:ext>
                </a:extLst>
              </p:cNvPr>
              <p:cNvSpPr txBox="1"/>
              <p:nvPr/>
            </p:nvSpPr>
            <p:spPr>
              <a:xfrm>
                <a:off x="10007702" y="5917180"/>
                <a:ext cx="2175545" cy="738664"/>
              </a:xfrm>
              <a:prstGeom prst="rect">
                <a:avLst/>
              </a:prstGeom>
              <a:noFill/>
            </p:spPr>
            <p:txBody>
              <a:bodyPr wrap="square" rtlCol="0">
                <a:spAutoFit/>
              </a:bodyPr>
              <a:lstStyle/>
              <a:p>
                <a:r>
                  <a:rPr lang="en-US" sz="1400" dirty="0"/>
                  <a:t>Fig 3.3: Visualization of Dijkstra algorithm in action from S to T</a:t>
                </a:r>
                <a:endParaRPr lang="en-IL" sz="1400" dirty="0"/>
              </a:p>
            </p:txBody>
          </p:sp>
        </p:grpSp>
        <p:sp>
          <p:nvSpPr>
            <p:cNvPr id="11" name="TextBox 10">
              <a:extLst>
                <a:ext uri="{FF2B5EF4-FFF2-40B4-BE49-F238E27FC236}">
                  <a16:creationId xmlns:a16="http://schemas.microsoft.com/office/drawing/2014/main" id="{2953A7F2-B4BB-FF2D-D451-0E2D073534F4}"/>
                </a:ext>
              </a:extLst>
            </p:cNvPr>
            <p:cNvSpPr txBox="1"/>
            <p:nvPr/>
          </p:nvSpPr>
          <p:spPr>
            <a:xfrm>
              <a:off x="8289985" y="4389331"/>
              <a:ext cx="264816" cy="338554"/>
            </a:xfrm>
            <a:prstGeom prst="rect">
              <a:avLst/>
            </a:prstGeom>
            <a:noFill/>
          </p:spPr>
          <p:txBody>
            <a:bodyPr wrap="none" rtlCol="0">
              <a:spAutoFit/>
            </a:bodyPr>
            <a:lstStyle/>
            <a:p>
              <a:r>
                <a:rPr lang="en-US" sz="1600" dirty="0"/>
                <a:t>s</a:t>
              </a:r>
              <a:endParaRPr lang="en-IL" sz="1200" dirty="0"/>
            </a:p>
          </p:txBody>
        </p:sp>
        <p:sp>
          <p:nvSpPr>
            <p:cNvPr id="12" name="TextBox 11">
              <a:extLst>
                <a:ext uri="{FF2B5EF4-FFF2-40B4-BE49-F238E27FC236}">
                  <a16:creationId xmlns:a16="http://schemas.microsoft.com/office/drawing/2014/main" id="{51E134FC-1872-F7D8-61C2-7DED2482F9BB}"/>
                </a:ext>
              </a:extLst>
            </p:cNvPr>
            <p:cNvSpPr txBox="1"/>
            <p:nvPr/>
          </p:nvSpPr>
          <p:spPr>
            <a:xfrm>
              <a:off x="10366076" y="4389331"/>
              <a:ext cx="264816" cy="338554"/>
            </a:xfrm>
            <a:prstGeom prst="rect">
              <a:avLst/>
            </a:prstGeom>
            <a:noFill/>
          </p:spPr>
          <p:txBody>
            <a:bodyPr wrap="none" rtlCol="0">
              <a:spAutoFit/>
            </a:bodyPr>
            <a:lstStyle/>
            <a:p>
              <a:r>
                <a:rPr lang="en-US" sz="1600" dirty="0"/>
                <a:t>s</a:t>
              </a:r>
              <a:endParaRPr lang="en-IL" sz="1200" dirty="0"/>
            </a:p>
          </p:txBody>
        </p:sp>
        <p:sp>
          <p:nvSpPr>
            <p:cNvPr id="13" name="TextBox 12">
              <a:extLst>
                <a:ext uri="{FF2B5EF4-FFF2-40B4-BE49-F238E27FC236}">
                  <a16:creationId xmlns:a16="http://schemas.microsoft.com/office/drawing/2014/main" id="{5ED39F9F-5BF4-8FC8-43C7-00C2196EA72E}"/>
                </a:ext>
              </a:extLst>
            </p:cNvPr>
            <p:cNvSpPr txBox="1"/>
            <p:nvPr/>
          </p:nvSpPr>
          <p:spPr>
            <a:xfrm>
              <a:off x="9468928" y="5052050"/>
              <a:ext cx="272832" cy="307777"/>
            </a:xfrm>
            <a:prstGeom prst="rect">
              <a:avLst/>
            </a:prstGeom>
            <a:noFill/>
          </p:spPr>
          <p:txBody>
            <a:bodyPr wrap="none" rtlCol="0">
              <a:spAutoFit/>
            </a:bodyPr>
            <a:lstStyle/>
            <a:p>
              <a:r>
                <a:rPr lang="en-US" sz="1400" dirty="0"/>
                <a:t>T</a:t>
              </a:r>
              <a:endParaRPr lang="en-IL" sz="1100" dirty="0"/>
            </a:p>
          </p:txBody>
        </p:sp>
        <p:sp>
          <p:nvSpPr>
            <p:cNvPr id="14" name="TextBox 13">
              <a:extLst>
                <a:ext uri="{FF2B5EF4-FFF2-40B4-BE49-F238E27FC236}">
                  <a16:creationId xmlns:a16="http://schemas.microsoft.com/office/drawing/2014/main" id="{68CE1ABB-F9E9-182B-CD2E-B4F70FEC1F1B}"/>
                </a:ext>
              </a:extLst>
            </p:cNvPr>
            <p:cNvSpPr txBox="1"/>
            <p:nvPr/>
          </p:nvSpPr>
          <p:spPr>
            <a:xfrm>
              <a:off x="11513487" y="5059938"/>
              <a:ext cx="261492" cy="307777"/>
            </a:xfrm>
            <a:prstGeom prst="rect">
              <a:avLst/>
            </a:prstGeom>
            <a:noFill/>
          </p:spPr>
          <p:txBody>
            <a:bodyPr wrap="square" rtlCol="0">
              <a:spAutoFit/>
            </a:bodyPr>
            <a:lstStyle/>
            <a:p>
              <a:r>
                <a:rPr lang="en-US" sz="1400" dirty="0"/>
                <a:t>T</a:t>
              </a:r>
              <a:endParaRPr lang="en-IL" sz="1100" dirty="0"/>
            </a:p>
          </p:txBody>
        </p:sp>
      </p:grpSp>
    </p:spTree>
    <p:extLst>
      <p:ext uri="{BB962C8B-B14F-4D97-AF65-F5344CB8AC3E}">
        <p14:creationId xmlns:p14="http://schemas.microsoft.com/office/powerpoint/2010/main" val="2291373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B65830-A6FA-140A-71BC-A20B53B3611A}"/>
              </a:ext>
            </a:extLst>
          </p:cNvPr>
          <p:cNvSpPr txBox="1"/>
          <p:nvPr/>
        </p:nvSpPr>
        <p:spPr>
          <a:xfrm>
            <a:off x="949911" y="541538"/>
            <a:ext cx="2861617" cy="400110"/>
          </a:xfrm>
          <a:prstGeom prst="rect">
            <a:avLst/>
          </a:prstGeom>
          <a:noFill/>
        </p:spPr>
        <p:txBody>
          <a:bodyPr wrap="none" rtlCol="0">
            <a:spAutoFit/>
          </a:bodyPr>
          <a:lstStyle/>
          <a:p>
            <a:r>
              <a:rPr lang="en-US" sz="2000" b="1" u="sng" dirty="0"/>
              <a:t>A* Navigation Algorithm:</a:t>
            </a:r>
          </a:p>
        </p:txBody>
      </p:sp>
      <p:sp>
        <p:nvSpPr>
          <p:cNvPr id="3" name="Rectangle 1">
            <a:extLst>
              <a:ext uri="{FF2B5EF4-FFF2-40B4-BE49-F238E27FC236}">
                <a16:creationId xmlns:a16="http://schemas.microsoft.com/office/drawing/2014/main" id="{7D9B8D6C-395A-1ABA-2E22-968AB6A1293C}"/>
              </a:ext>
            </a:extLst>
          </p:cNvPr>
          <p:cNvSpPr>
            <a:spLocks noChangeArrowheads="1"/>
          </p:cNvSpPr>
          <p:nvPr/>
        </p:nvSpPr>
        <p:spPr bwMode="auto">
          <a:xfrm>
            <a:off x="563831" y="1193991"/>
            <a:ext cx="575100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IL" altLang="en-IL" sz="1800" b="0" i="0" u="none" strike="noStrike" cap="none" normalizeH="0" baseline="0" dirty="0">
                <a:ln>
                  <a:noFill/>
                </a:ln>
                <a:solidFill>
                  <a:schemeClr val="tx1"/>
                </a:solidFill>
                <a:effectLst/>
                <a:latin typeface="Google Sans Text"/>
              </a:rPr>
              <a:t>The navigation component of this project utilizes the A* (A-star) algorithm from the Pathfinding library. A* is a widely adopted, optimal graph-traversal algorithm used extensively in fields such as GPS navigation, video games, autonomous space missions</a:t>
            </a:r>
            <a:r>
              <a:rPr kumimoji="0" lang="en-US" altLang="en-IL" sz="1800" b="0" i="0" u="none" strike="noStrike" cap="none" normalizeH="0" baseline="0" dirty="0">
                <a:ln>
                  <a:noFill/>
                </a:ln>
                <a:solidFill>
                  <a:schemeClr val="tx1"/>
                </a:solidFill>
                <a:effectLst/>
                <a:latin typeface="Google Sans Text"/>
              </a:rPr>
              <a:t>, and in many other fields</a:t>
            </a:r>
            <a:r>
              <a:rPr kumimoji="0" lang="en-IL" altLang="en-IL" sz="1800" b="0" i="0" u="none" strike="noStrike" cap="none" normalizeH="0" baseline="0" dirty="0">
                <a:ln>
                  <a:noFill/>
                </a:ln>
                <a:solidFill>
                  <a:schemeClr val="tx1"/>
                </a:solidFill>
                <a:effectLst/>
                <a:latin typeface="Google Sans Text"/>
              </a:rPr>
              <a:t>.</a:t>
            </a:r>
            <a:endParaRPr kumimoji="0" lang="en-IL" altLang="en-IL" sz="1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IL" altLang="en-IL" sz="1800" b="0" i="0" u="none" strike="noStrike" cap="none" normalizeH="0" baseline="0" dirty="0">
                <a:ln>
                  <a:noFill/>
                </a:ln>
                <a:solidFill>
                  <a:schemeClr val="tx1"/>
                </a:solidFill>
                <a:effectLst/>
                <a:latin typeface="Google Sans Text"/>
              </a:rPr>
              <a:t>Building upon the core mechanics of Dijkstra's algorithm, A* introduces a heuristic to significantly improve search efficiency. While evaluating a current node n to reach a target destination </a:t>
            </a:r>
            <a:r>
              <a:rPr kumimoji="0" lang="en-US" altLang="en-IL" sz="1800" b="0" i="0" u="none" strike="noStrike" cap="none" normalizeH="0" baseline="0" dirty="0">
                <a:ln>
                  <a:noFill/>
                </a:ln>
                <a:solidFill>
                  <a:schemeClr val="tx1"/>
                </a:solidFill>
                <a:effectLst/>
                <a:latin typeface="Google Sans Text"/>
              </a:rPr>
              <a:t>T</a:t>
            </a:r>
            <a:r>
              <a:rPr kumimoji="0" lang="en-IL" altLang="en-IL" sz="1800" b="0" i="0" u="none" strike="noStrike" cap="none" normalizeH="0" baseline="0" dirty="0">
                <a:ln>
                  <a:noFill/>
                </a:ln>
                <a:solidFill>
                  <a:schemeClr val="tx1"/>
                </a:solidFill>
                <a:effectLst/>
                <a:latin typeface="Google Sans Text"/>
              </a:rPr>
              <a:t>, the algorithm calculates the total path cost for each neighbouring node n+1. Th</a:t>
            </a:r>
            <a:r>
              <a:rPr kumimoji="0" lang="en-US" altLang="en-IL" sz="1800" b="0" i="0" u="none" strike="noStrike" cap="none" normalizeH="0" baseline="0" dirty="0">
                <a:ln>
                  <a:noFill/>
                </a:ln>
                <a:solidFill>
                  <a:schemeClr val="tx1"/>
                </a:solidFill>
                <a:effectLst/>
                <a:latin typeface="Google Sans Text"/>
              </a:rPr>
              <a:t>e</a:t>
            </a:r>
            <a:r>
              <a:rPr kumimoji="0" lang="en-IL" altLang="en-IL" sz="1800" b="0" i="0" u="none" strike="noStrike" cap="none" normalizeH="0" baseline="0" dirty="0">
                <a:ln>
                  <a:noFill/>
                </a:ln>
                <a:solidFill>
                  <a:schemeClr val="tx1"/>
                </a:solidFill>
                <a:effectLst/>
                <a:latin typeface="Google Sans Text"/>
              </a:rPr>
              <a:t> cost function, f(n), is the sum of the actual distance from the starting point to the neighbour</a:t>
            </a:r>
            <a:r>
              <a:rPr kumimoji="0" lang="en-US" altLang="en-IL" sz="1800" b="0" i="0" u="none" strike="noStrike" cap="none" normalizeH="0" baseline="0" dirty="0">
                <a:ln>
                  <a:noFill/>
                </a:ln>
                <a:solidFill>
                  <a:schemeClr val="tx1"/>
                </a:solidFill>
                <a:effectLst/>
                <a:latin typeface="Google Sans Text"/>
              </a:rPr>
              <a:t>,</a:t>
            </a:r>
            <a:r>
              <a:rPr lang="en-US" altLang="en-IL" dirty="0">
                <a:latin typeface="Google Sans Text"/>
              </a:rPr>
              <a:t> written as</a:t>
            </a:r>
            <a:r>
              <a:rPr kumimoji="0" lang="en-IL" altLang="en-IL" sz="1800" b="0" i="0" u="none" strike="noStrike" cap="none" normalizeH="0" baseline="0" dirty="0">
                <a:ln>
                  <a:noFill/>
                </a:ln>
                <a:solidFill>
                  <a:schemeClr val="tx1"/>
                </a:solidFill>
                <a:effectLst/>
                <a:latin typeface="Google Sans Text"/>
              </a:rPr>
              <a:t> g(n), and the estimated distance from the neighbour to the target, </a:t>
            </a:r>
            <a:r>
              <a:rPr kumimoji="0" lang="en-US" altLang="en-IL" sz="1800" b="0" i="0" u="none" strike="noStrike" cap="none" normalizeH="0" baseline="0" dirty="0">
                <a:ln>
                  <a:noFill/>
                </a:ln>
                <a:solidFill>
                  <a:schemeClr val="tx1"/>
                </a:solidFill>
                <a:effectLst/>
                <a:latin typeface="Google Sans Text"/>
              </a:rPr>
              <a:t>written as </a:t>
            </a:r>
            <a:r>
              <a:rPr kumimoji="0" lang="en-IL" altLang="en-IL" sz="1800" b="0" i="0" u="none" strike="noStrike" cap="none" normalizeH="0" baseline="0" dirty="0">
                <a:ln>
                  <a:noFill/>
                </a:ln>
                <a:solidFill>
                  <a:schemeClr val="tx1"/>
                </a:solidFill>
                <a:effectLst/>
                <a:latin typeface="Google Sans Text"/>
              </a:rPr>
              <a:t>h(n). A* then greedily selects the node with the lowest total expected cost.</a:t>
            </a:r>
          </a:p>
        </p:txBody>
      </p:sp>
      <p:sp>
        <p:nvSpPr>
          <p:cNvPr id="4" name="Rectangle 1">
            <a:extLst>
              <a:ext uri="{FF2B5EF4-FFF2-40B4-BE49-F238E27FC236}">
                <a16:creationId xmlns:a16="http://schemas.microsoft.com/office/drawing/2014/main" id="{BF68CD69-F2C3-101C-44B6-7E4F44A0F38A}"/>
              </a:ext>
            </a:extLst>
          </p:cNvPr>
          <p:cNvSpPr>
            <a:spLocks noChangeArrowheads="1"/>
          </p:cNvSpPr>
          <p:nvPr/>
        </p:nvSpPr>
        <p:spPr bwMode="auto">
          <a:xfrm>
            <a:off x="6569159" y="1157092"/>
            <a:ext cx="514532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IL" altLang="en-IL" dirty="0">
                <a:latin typeface="Google Sans Text"/>
              </a:rPr>
              <a:t>Unlike Dijkstra's algorithm, which must perform a blind, exhaustive search by expanding all uniform directions, A* uses its heuristic to intelligently prioritize the search direction. This dramatically reduces the number of evaluated nodes while still guaranteeing an optimal shortest path.</a:t>
            </a:r>
            <a:endParaRPr lang="en-IL" altLang="en-IL" dirty="0"/>
          </a:p>
        </p:txBody>
      </p:sp>
      <p:pic>
        <p:nvPicPr>
          <p:cNvPr id="5" name="Picture 4">
            <a:extLst>
              <a:ext uri="{FF2B5EF4-FFF2-40B4-BE49-F238E27FC236}">
                <a16:creationId xmlns:a16="http://schemas.microsoft.com/office/drawing/2014/main" id="{45F7F822-84B6-C741-B175-B0B807D5AA54}"/>
              </a:ext>
            </a:extLst>
          </p:cNvPr>
          <p:cNvPicPr>
            <a:picLocks noChangeAspect="1"/>
          </p:cNvPicPr>
          <p:nvPr/>
        </p:nvPicPr>
        <p:blipFill>
          <a:blip r:embed="rId2"/>
          <a:stretch>
            <a:fillRect/>
          </a:stretch>
        </p:blipFill>
        <p:spPr>
          <a:xfrm>
            <a:off x="6700918" y="3195638"/>
            <a:ext cx="5487490" cy="2995612"/>
          </a:xfrm>
          <a:prstGeom prst="rect">
            <a:avLst/>
          </a:prstGeom>
        </p:spPr>
      </p:pic>
      <p:sp>
        <p:nvSpPr>
          <p:cNvPr id="6" name="TextBox 5">
            <a:extLst>
              <a:ext uri="{FF2B5EF4-FFF2-40B4-BE49-F238E27FC236}">
                <a16:creationId xmlns:a16="http://schemas.microsoft.com/office/drawing/2014/main" id="{62C5D027-1D28-0C0D-1929-F9DD293841EB}"/>
              </a:ext>
            </a:extLst>
          </p:cNvPr>
          <p:cNvSpPr txBox="1"/>
          <p:nvPr/>
        </p:nvSpPr>
        <p:spPr>
          <a:xfrm>
            <a:off x="8541918" y="6191250"/>
            <a:ext cx="2508572" cy="307777"/>
          </a:xfrm>
          <a:prstGeom prst="rect">
            <a:avLst/>
          </a:prstGeom>
          <a:noFill/>
        </p:spPr>
        <p:txBody>
          <a:bodyPr wrap="none" rtlCol="0">
            <a:spAutoFit/>
          </a:bodyPr>
          <a:lstStyle/>
          <a:p>
            <a:r>
              <a:rPr lang="en-US" sz="1400" dirty="0"/>
              <a:t>Fig 6: Flowchart of A* algorithm</a:t>
            </a:r>
          </a:p>
        </p:txBody>
      </p:sp>
    </p:spTree>
    <p:extLst>
      <p:ext uri="{BB962C8B-B14F-4D97-AF65-F5344CB8AC3E}">
        <p14:creationId xmlns:p14="http://schemas.microsoft.com/office/powerpoint/2010/main" val="1352537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68A39A-B863-0BE2-A066-1D42375E289C}"/>
              </a:ext>
            </a:extLst>
          </p:cNvPr>
          <p:cNvSpPr txBox="1"/>
          <p:nvPr/>
        </p:nvSpPr>
        <p:spPr>
          <a:xfrm>
            <a:off x="516015" y="443882"/>
            <a:ext cx="1767472" cy="461665"/>
          </a:xfrm>
          <a:prstGeom prst="rect">
            <a:avLst/>
          </a:prstGeom>
          <a:noFill/>
        </p:spPr>
        <p:txBody>
          <a:bodyPr wrap="none" rtlCol="0">
            <a:spAutoFit/>
          </a:bodyPr>
          <a:lstStyle/>
          <a:p>
            <a:r>
              <a:rPr lang="en-US" sz="2400" b="1" u="sng" dirty="0"/>
              <a:t>B: Hardware</a:t>
            </a:r>
          </a:p>
        </p:txBody>
      </p:sp>
      <p:sp>
        <p:nvSpPr>
          <p:cNvPr id="3" name="TextBox 2">
            <a:extLst>
              <a:ext uri="{FF2B5EF4-FFF2-40B4-BE49-F238E27FC236}">
                <a16:creationId xmlns:a16="http://schemas.microsoft.com/office/drawing/2014/main" id="{085AC77A-25F4-51A1-5ED9-CF2D6F30BE43}"/>
              </a:ext>
            </a:extLst>
          </p:cNvPr>
          <p:cNvSpPr txBox="1"/>
          <p:nvPr/>
        </p:nvSpPr>
        <p:spPr>
          <a:xfrm>
            <a:off x="516015" y="905547"/>
            <a:ext cx="6503910" cy="5478423"/>
          </a:xfrm>
          <a:prstGeom prst="rect">
            <a:avLst/>
          </a:prstGeom>
          <a:noFill/>
        </p:spPr>
        <p:txBody>
          <a:bodyPr wrap="square" rtlCol="0">
            <a:spAutoFit/>
          </a:bodyPr>
          <a:lstStyle/>
          <a:p>
            <a:r>
              <a:rPr lang="en-US" sz="1600" dirty="0"/>
              <a:t>For out experiment we chose to work on </a:t>
            </a:r>
            <a:r>
              <a:rPr lang="en-US" sz="1600" dirty="0" err="1"/>
              <a:t>Dogzilla</a:t>
            </a:r>
            <a:r>
              <a:rPr lang="en-US" sz="1600" dirty="0"/>
              <a:t> Lite type robot dog, it has many resources that help with its functionality so we didn’t have to build a robot from zero.</a:t>
            </a:r>
          </a:p>
          <a:p>
            <a:r>
              <a:rPr lang="en-US" sz="1600" b="1" dirty="0"/>
              <a:t>Degrees of Freedom: </a:t>
            </a:r>
            <a:r>
              <a:rPr lang="en-US" sz="1600" dirty="0" err="1"/>
              <a:t>Dogzilla</a:t>
            </a:r>
            <a:r>
              <a:rPr lang="en-US" sz="1600" dirty="0"/>
              <a:t> Lite has 15 Degrees of Freedom (</a:t>
            </a:r>
            <a:r>
              <a:rPr lang="en-US" sz="1600" dirty="0" err="1"/>
              <a:t>DoF</a:t>
            </a:r>
            <a:r>
              <a:rPr lang="en-US" sz="1600" dirty="0"/>
              <a:t>).</a:t>
            </a:r>
            <a:endParaRPr lang="en-US" sz="1600" b="1" dirty="0"/>
          </a:p>
          <a:p>
            <a:r>
              <a:rPr lang="en-US" sz="1600" b="1" dirty="0"/>
              <a:t>Processing &amp; Architecture</a:t>
            </a:r>
          </a:p>
          <a:p>
            <a:r>
              <a:rPr lang="en-US" sz="1600" b="1" dirty="0"/>
              <a:t>Upper Computer:</a:t>
            </a:r>
            <a:r>
              <a:rPr lang="en-US" sz="1600" dirty="0"/>
              <a:t> Raspberry Pi CM4 (handles high-level tasks like AI and navigation).</a:t>
            </a:r>
          </a:p>
          <a:p>
            <a:r>
              <a:rPr lang="en-US" sz="1600" b="1" dirty="0"/>
              <a:t>Lower Computer:</a:t>
            </a:r>
            <a:r>
              <a:rPr lang="en-US" sz="1600" dirty="0"/>
              <a:t> ESP32 (manages real-time kinematics and motor control).</a:t>
            </a:r>
          </a:p>
          <a:p>
            <a:r>
              <a:rPr lang="en-US" sz="1600" b="1" dirty="0"/>
              <a:t>Storage:</a:t>
            </a:r>
            <a:r>
              <a:rPr lang="en-US" sz="1600" dirty="0"/>
              <a:t> 32GB TF card.</a:t>
            </a:r>
          </a:p>
          <a:p>
            <a:r>
              <a:rPr lang="en-US" sz="1600" b="1" dirty="0"/>
              <a:t>Motion &amp; Physical Build</a:t>
            </a:r>
          </a:p>
          <a:p>
            <a:r>
              <a:rPr lang="en-US" sz="1600" b="1" dirty="0"/>
              <a:t>Actuation:</a:t>
            </a:r>
            <a:r>
              <a:rPr lang="en-US" sz="1600" dirty="0"/>
              <a:t> 15 bus serial servos, each providing 2.3 </a:t>
            </a:r>
            <a:r>
              <a:rPr lang="en-US" sz="1600" dirty="0" err="1"/>
              <a:t>kg·cm</a:t>
            </a:r>
            <a:r>
              <a:rPr lang="en-US" sz="1600" dirty="0"/>
              <a:t> of torque.</a:t>
            </a:r>
          </a:p>
          <a:p>
            <a:r>
              <a:rPr lang="en-US" sz="1600" b="1" dirty="0"/>
              <a:t>Dimensions:</a:t>
            </a:r>
            <a:r>
              <a:rPr lang="en-US" sz="1600" dirty="0"/>
              <a:t> Approximately 240.47 x 142.93 x 168.45 mm.</a:t>
            </a:r>
          </a:p>
          <a:p>
            <a:r>
              <a:rPr lang="en-US" sz="1600" b="1" dirty="0"/>
              <a:t>Weight:</a:t>
            </a:r>
            <a:r>
              <a:rPr lang="en-US" sz="1600" dirty="0"/>
              <a:t> ~575g.</a:t>
            </a:r>
          </a:p>
          <a:p>
            <a:r>
              <a:rPr lang="en-US" sz="1600" b="1" dirty="0"/>
              <a:t>Materials:</a:t>
            </a:r>
            <a:r>
              <a:rPr lang="en-US" sz="1600" dirty="0"/>
              <a:t> Aviation aluminum alloy (body) and ABS (feet).</a:t>
            </a:r>
          </a:p>
          <a:p>
            <a:r>
              <a:rPr lang="en-US" sz="1600" b="1" dirty="0"/>
              <a:t>Sensing &amp; Feedback</a:t>
            </a:r>
          </a:p>
          <a:p>
            <a:r>
              <a:rPr lang="en-US" sz="1600" b="1" dirty="0"/>
              <a:t>Visual:</a:t>
            </a:r>
            <a:r>
              <a:rPr lang="en-US" sz="1600" dirty="0"/>
              <a:t> 5MP OV5647 camera.</a:t>
            </a:r>
          </a:p>
          <a:p>
            <a:r>
              <a:rPr lang="en-US" sz="1600" b="1" dirty="0"/>
              <a:t>Auditory:</a:t>
            </a:r>
            <a:r>
              <a:rPr lang="en-US" sz="1600" dirty="0"/>
              <a:t> Dual MEMS digital microphones and an 8</a:t>
            </a:r>
            <a:r>
              <a:rPr lang="el-GR" sz="1600" dirty="0"/>
              <a:t>Ω 2</a:t>
            </a:r>
            <a:r>
              <a:rPr lang="en-US" sz="1600" dirty="0"/>
              <a:t>W cavity speaker.</a:t>
            </a:r>
          </a:p>
          <a:p>
            <a:r>
              <a:rPr lang="en-US" sz="1600" b="1" dirty="0"/>
              <a:t>Display:</a:t>
            </a:r>
            <a:r>
              <a:rPr lang="en-US" sz="1600" dirty="0"/>
              <a:t> 320x240 pixel full-color IPS screen.</a:t>
            </a:r>
          </a:p>
          <a:p>
            <a:r>
              <a:rPr lang="en-US" sz="1600" b="1" dirty="0"/>
              <a:t>Power</a:t>
            </a:r>
          </a:p>
          <a:p>
            <a:r>
              <a:rPr lang="en-US" sz="1600" b="1" dirty="0"/>
              <a:t>Battery:</a:t>
            </a:r>
            <a:r>
              <a:rPr lang="en-US" sz="1600" dirty="0"/>
              <a:t> 7.4V 2500mAh lithium battery (3-hour life).</a:t>
            </a:r>
          </a:p>
          <a:p>
            <a:r>
              <a:rPr lang="en-US" sz="1600" b="1" dirty="0"/>
              <a:t>Charging:</a:t>
            </a:r>
            <a:r>
              <a:rPr lang="en-US" sz="1600" dirty="0"/>
              <a:t> Type-C 5V port (2.5-hour charge time).</a:t>
            </a:r>
          </a:p>
          <a:p>
            <a:endParaRPr lang="en-US" sz="1400" dirty="0"/>
          </a:p>
        </p:txBody>
      </p:sp>
      <p:pic>
        <p:nvPicPr>
          <p:cNvPr id="4" name="Picture 6" descr="YAHBOOM DOGZILLA-Lite AI-Powered Bionic Robotic Dog 15-DOF Desktop  Companion With Robotic Arm, Raspberry Pi Controlled, Multimodal AI &amp; Visual  Interaction">
            <a:extLst>
              <a:ext uri="{FF2B5EF4-FFF2-40B4-BE49-F238E27FC236}">
                <a16:creationId xmlns:a16="http://schemas.microsoft.com/office/drawing/2014/main" id="{719819BA-7421-5F7E-4B25-C77D59B7B2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0917" y="1302588"/>
            <a:ext cx="4917849" cy="491784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CD08F05-2916-FE33-52A9-BE5424B19007}"/>
              </a:ext>
            </a:extLst>
          </p:cNvPr>
          <p:cNvSpPr txBox="1"/>
          <p:nvPr/>
        </p:nvSpPr>
        <p:spPr>
          <a:xfrm>
            <a:off x="8237990" y="6309701"/>
            <a:ext cx="2813271" cy="307777"/>
          </a:xfrm>
          <a:prstGeom prst="rect">
            <a:avLst/>
          </a:prstGeom>
          <a:noFill/>
        </p:spPr>
        <p:txBody>
          <a:bodyPr wrap="none" rtlCol="0">
            <a:spAutoFit/>
          </a:bodyPr>
          <a:lstStyle/>
          <a:p>
            <a:r>
              <a:rPr lang="en-US" sz="1400" dirty="0"/>
              <a:t>Fig 5: </a:t>
            </a:r>
            <a:r>
              <a:rPr lang="en-US" sz="1400" dirty="0" err="1"/>
              <a:t>Dogzilla’s</a:t>
            </a:r>
            <a:r>
              <a:rPr lang="en-US" sz="1400" dirty="0"/>
              <a:t> hardware resources</a:t>
            </a:r>
            <a:endParaRPr lang="en-IL" sz="1400" dirty="0"/>
          </a:p>
        </p:txBody>
      </p:sp>
    </p:spTree>
    <p:extLst>
      <p:ext uri="{BB962C8B-B14F-4D97-AF65-F5344CB8AC3E}">
        <p14:creationId xmlns:p14="http://schemas.microsoft.com/office/powerpoint/2010/main" val="3197108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C5A70A-00BD-07F9-5B1E-9A5C912B108E}"/>
              </a:ext>
            </a:extLst>
          </p:cNvPr>
          <p:cNvSpPr txBox="1"/>
          <p:nvPr/>
        </p:nvSpPr>
        <p:spPr>
          <a:xfrm>
            <a:off x="771787" y="394283"/>
            <a:ext cx="1373966" cy="461665"/>
          </a:xfrm>
          <a:prstGeom prst="rect">
            <a:avLst/>
          </a:prstGeom>
          <a:noFill/>
        </p:spPr>
        <p:txBody>
          <a:bodyPr wrap="none" rtlCol="0">
            <a:spAutoFit/>
          </a:bodyPr>
          <a:lstStyle/>
          <a:p>
            <a:r>
              <a:rPr lang="en-US" sz="2400" u="sng" dirty="0"/>
              <a:t>Summary</a:t>
            </a:r>
            <a:endParaRPr lang="en-IL" sz="2400" u="sng" dirty="0"/>
          </a:p>
        </p:txBody>
      </p:sp>
      <p:sp>
        <p:nvSpPr>
          <p:cNvPr id="3" name="TextBox 2">
            <a:extLst>
              <a:ext uri="{FF2B5EF4-FFF2-40B4-BE49-F238E27FC236}">
                <a16:creationId xmlns:a16="http://schemas.microsoft.com/office/drawing/2014/main" id="{A2EF0D03-5D63-31CE-2C9C-1A78336D05CF}"/>
              </a:ext>
            </a:extLst>
          </p:cNvPr>
          <p:cNvSpPr txBox="1"/>
          <p:nvPr/>
        </p:nvSpPr>
        <p:spPr>
          <a:xfrm>
            <a:off x="771787" y="981512"/>
            <a:ext cx="11027024" cy="1600438"/>
          </a:xfrm>
          <a:prstGeom prst="rect">
            <a:avLst/>
          </a:prstGeom>
          <a:noFill/>
        </p:spPr>
        <p:txBody>
          <a:bodyPr wrap="square" rtlCol="0">
            <a:spAutoFit/>
          </a:bodyPr>
          <a:lstStyle/>
          <a:p>
            <a:r>
              <a:rPr lang="en-US" sz="1400" dirty="0"/>
              <a:t>This project involved the development </a:t>
            </a:r>
            <a:r>
              <a:rPr lang="en-US" sz="1400" dirty="0">
                <a:solidFill>
                  <a:srgbClr val="00B050"/>
                </a:solidFill>
              </a:rPr>
              <a:t>prototype</a:t>
            </a:r>
            <a:r>
              <a:rPr lang="en-US" sz="1400" dirty="0"/>
              <a:t> of an intelligent robot guide dog designed to assist visually impaired users through an integrated system of perception, navigation, and feedback.</a:t>
            </a:r>
          </a:p>
          <a:p>
            <a:pPr lvl="0" eaLnBrk="0" fontAlgn="base" hangingPunct="0">
              <a:spcBef>
                <a:spcPct val="0"/>
              </a:spcBef>
              <a:spcAft>
                <a:spcPct val="0"/>
              </a:spcAft>
            </a:pPr>
            <a:r>
              <a:rPr lang="en-US" sz="1400" b="1" dirty="0"/>
              <a:t>Technical Pipelines:</a:t>
            </a:r>
            <a:br>
              <a:rPr lang="en-US" sz="1400" b="1" dirty="0"/>
            </a:br>
            <a:r>
              <a:rPr lang="en-US" altLang="en-US" sz="1400" b="1" dirty="0"/>
              <a:t>Perception</a:t>
            </a:r>
            <a:r>
              <a:rPr lang="en-US" altLang="en-US" sz="1400" b="1" dirty="0">
                <a:solidFill>
                  <a:srgbClr val="FF0000"/>
                </a:solidFill>
              </a:rPr>
              <a:t>:</a:t>
            </a:r>
            <a:r>
              <a:rPr lang="en-US" altLang="en-US" sz="1400" dirty="0">
                <a:solidFill>
                  <a:srgbClr val="FF0000"/>
                </a:solidFill>
              </a:rPr>
              <a:t> A 5MP camera </a:t>
            </a:r>
            <a:r>
              <a:rPr lang="en-US" altLang="en-US" sz="1400" dirty="0"/>
              <a:t>and YOLO CNN module identify objects, while Whisper</a:t>
            </a:r>
            <a:r>
              <a:rPr lang="en-US" altLang="en-US" sz="1400" b="1" dirty="0"/>
              <a:t> </a:t>
            </a:r>
            <a:r>
              <a:rPr lang="en-US" altLang="en-US" sz="1400" dirty="0"/>
              <a:t>translates spoken commands into text </a:t>
            </a:r>
            <a:r>
              <a:rPr lang="en-US" altLang="en-US" sz="1400" dirty="0">
                <a:solidFill>
                  <a:srgbClr val="FF0000"/>
                </a:solidFill>
              </a:rPr>
              <a:t>via the Raspberry Pi CM4</a:t>
            </a:r>
            <a:r>
              <a:rPr lang="en-US" altLang="en-US" sz="1400" dirty="0"/>
              <a:t>.</a:t>
            </a:r>
          </a:p>
          <a:p>
            <a:pPr lvl="0" eaLnBrk="0" fontAlgn="base" hangingPunct="0">
              <a:spcBef>
                <a:spcPct val="0"/>
              </a:spcBef>
              <a:spcAft>
                <a:spcPct val="0"/>
              </a:spcAft>
            </a:pPr>
            <a:r>
              <a:rPr lang="en-US" altLang="en-US" sz="1400" b="1" dirty="0"/>
              <a:t>Logic:</a:t>
            </a:r>
            <a:r>
              <a:rPr lang="en-US" altLang="en-US" sz="1400" dirty="0"/>
              <a:t> The A* algorithm processes visual and command data to plan safe, optimal paths.</a:t>
            </a:r>
          </a:p>
          <a:p>
            <a:pPr lvl="0" eaLnBrk="0" fontAlgn="base" hangingPunct="0">
              <a:spcBef>
                <a:spcPct val="0"/>
              </a:spcBef>
              <a:spcAft>
                <a:spcPct val="0"/>
              </a:spcAft>
            </a:pPr>
            <a:r>
              <a:rPr lang="en-US" altLang="en-US" sz="1400" b="1" dirty="0"/>
              <a:t>Interaction:</a:t>
            </a:r>
            <a:r>
              <a:rPr lang="en-US" altLang="en-US" sz="1400" dirty="0"/>
              <a:t> The </a:t>
            </a:r>
            <a:r>
              <a:rPr lang="en-US" altLang="en-US" sz="1400" dirty="0" err="1"/>
              <a:t>gTTS</a:t>
            </a:r>
            <a:r>
              <a:rPr lang="en-US" altLang="en-US" sz="1400" dirty="0"/>
              <a:t> module provides audible navigation feedback, while the ESP32 handles real-time motor control for physical movement.</a:t>
            </a:r>
          </a:p>
          <a:p>
            <a:endParaRPr lang="en-GB" sz="1400" b="1" dirty="0"/>
          </a:p>
        </p:txBody>
      </p:sp>
      <p:sp>
        <p:nvSpPr>
          <p:cNvPr id="4" name="TextBox 3">
            <a:extLst>
              <a:ext uri="{FF2B5EF4-FFF2-40B4-BE49-F238E27FC236}">
                <a16:creationId xmlns:a16="http://schemas.microsoft.com/office/drawing/2014/main" id="{60A2E7BA-6D66-5949-EAA0-99C7032531B2}"/>
              </a:ext>
            </a:extLst>
          </p:cNvPr>
          <p:cNvSpPr txBox="1"/>
          <p:nvPr/>
        </p:nvSpPr>
        <p:spPr>
          <a:xfrm>
            <a:off x="771787" y="2967335"/>
            <a:ext cx="3402535" cy="461665"/>
          </a:xfrm>
          <a:prstGeom prst="rect">
            <a:avLst/>
          </a:prstGeom>
          <a:noFill/>
        </p:spPr>
        <p:txBody>
          <a:bodyPr wrap="none" rtlCol="0">
            <a:spAutoFit/>
          </a:bodyPr>
          <a:lstStyle/>
          <a:p>
            <a:r>
              <a:rPr lang="en-US" sz="2400" u="sng" dirty="0"/>
              <a:t>Discussion &amp; Future Work</a:t>
            </a:r>
            <a:endParaRPr lang="en-IL" sz="2400" u="sng" dirty="0"/>
          </a:p>
        </p:txBody>
      </p:sp>
      <p:sp>
        <p:nvSpPr>
          <p:cNvPr id="5" name="TextBox 4">
            <a:extLst>
              <a:ext uri="{FF2B5EF4-FFF2-40B4-BE49-F238E27FC236}">
                <a16:creationId xmlns:a16="http://schemas.microsoft.com/office/drawing/2014/main" id="{F740084A-7CAA-EC56-1217-54E877418229}"/>
              </a:ext>
            </a:extLst>
          </p:cNvPr>
          <p:cNvSpPr txBox="1"/>
          <p:nvPr/>
        </p:nvSpPr>
        <p:spPr>
          <a:xfrm>
            <a:off x="771787" y="3564229"/>
            <a:ext cx="10796631" cy="2677656"/>
          </a:xfrm>
          <a:prstGeom prst="rect">
            <a:avLst/>
          </a:prstGeom>
          <a:noFill/>
        </p:spPr>
        <p:txBody>
          <a:bodyPr wrap="square" rtlCol="0">
            <a:spAutoFit/>
          </a:bodyPr>
          <a:lstStyle/>
          <a:p>
            <a:r>
              <a:rPr lang="en-GB" sz="1400" dirty="0"/>
              <a:t>We successfully developed </a:t>
            </a:r>
            <a:r>
              <a:rPr lang="en-GB" sz="1400" dirty="0">
                <a:solidFill>
                  <a:srgbClr val="00B050"/>
                </a:solidFill>
              </a:rPr>
              <a:t>prototype</a:t>
            </a:r>
            <a:r>
              <a:rPr lang="en-GB" sz="1400" dirty="0"/>
              <a:t>  a robotic guide dog capable of bidirectional voice interaction, real-time object detection, and autonomous path planning. The system effectively bridges the gap between high-level artificial intelligence and low-level hardware actuation, creating a functional prototype that interprets user voice commands and navigates toward target objects.</a:t>
            </a:r>
          </a:p>
          <a:p>
            <a:endParaRPr lang="en-GB" sz="1400" dirty="0"/>
          </a:p>
          <a:p>
            <a:r>
              <a:rPr lang="en-GB" sz="1400" dirty="0"/>
              <a:t>Throughout the development cycle, the system architecture was refined to address challenges in hardware-software integration and response latency. </a:t>
            </a:r>
            <a:r>
              <a:rPr lang="en-GB" sz="1400" dirty="0">
                <a:solidFill>
                  <a:srgbClr val="FF0000"/>
                </a:solidFill>
              </a:rPr>
              <a:t>Through iterative debugging and code optimization, the team established a robust communication protocol between the onboard processing unit (Raspberry Pi CM4) and the robotic hardware interface </a:t>
            </a:r>
            <a:r>
              <a:rPr lang="en-GB" sz="1400" dirty="0"/>
              <a:t>(DOGZILLA PCB), resulting in a reliable, responsive platform.</a:t>
            </a:r>
          </a:p>
          <a:p>
            <a:endParaRPr lang="en-US" sz="1400" dirty="0"/>
          </a:p>
          <a:p>
            <a:r>
              <a:rPr lang="en-GB" sz="1400" dirty="0"/>
              <a:t>To advance the system toward real-world applications, future iterations will prioritize:</a:t>
            </a:r>
          </a:p>
          <a:p>
            <a:r>
              <a:rPr lang="en-GB" sz="1400" b="1" dirty="0"/>
              <a:t>Outdoor Navigation:</a:t>
            </a:r>
            <a:r>
              <a:rPr lang="en-GB" sz="1400" dirty="0"/>
              <a:t> Developing GPS-integrated, sensor-fused pathfinding to ensure user safety and precise guidance to specific destinations.</a:t>
            </a:r>
          </a:p>
          <a:p>
            <a:r>
              <a:rPr lang="en-GB" sz="1400" b="1" dirty="0"/>
              <a:t>Intelligent Initialization:</a:t>
            </a:r>
            <a:r>
              <a:rPr lang="en-GB" sz="1400" dirty="0"/>
              <a:t> Implementing a "Voice-Wake" feature, where the robot autonomously locates the user upon command, initiates contact and prompts them for their destination.</a:t>
            </a:r>
          </a:p>
        </p:txBody>
      </p:sp>
    </p:spTree>
    <p:extLst>
      <p:ext uri="{BB962C8B-B14F-4D97-AF65-F5344CB8AC3E}">
        <p14:creationId xmlns:p14="http://schemas.microsoft.com/office/powerpoint/2010/main" val="1580353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37A02C-A946-12AD-2D52-D9EA6AD6D175}"/>
              </a:ext>
            </a:extLst>
          </p:cNvPr>
          <p:cNvSpPr txBox="1"/>
          <p:nvPr/>
        </p:nvSpPr>
        <p:spPr>
          <a:xfrm>
            <a:off x="1112808" y="646981"/>
            <a:ext cx="2317814" cy="584775"/>
          </a:xfrm>
          <a:prstGeom prst="rect">
            <a:avLst/>
          </a:prstGeom>
          <a:noFill/>
        </p:spPr>
        <p:txBody>
          <a:bodyPr wrap="none" rtlCol="0">
            <a:spAutoFit/>
          </a:bodyPr>
          <a:lstStyle/>
          <a:p>
            <a:r>
              <a:rPr lang="en-US" sz="3200" b="1" u="sng" dirty="0"/>
              <a:t>Bibliography</a:t>
            </a:r>
            <a:endParaRPr lang="en-IL" sz="3200" b="1" u="sng" dirty="0"/>
          </a:p>
        </p:txBody>
      </p:sp>
      <p:sp>
        <p:nvSpPr>
          <p:cNvPr id="3" name="TextBox 2">
            <a:extLst>
              <a:ext uri="{FF2B5EF4-FFF2-40B4-BE49-F238E27FC236}">
                <a16:creationId xmlns:a16="http://schemas.microsoft.com/office/drawing/2014/main" id="{121CB75A-9FD7-0509-2E13-AA59CF5394B7}"/>
              </a:ext>
            </a:extLst>
          </p:cNvPr>
          <p:cNvSpPr txBox="1"/>
          <p:nvPr/>
        </p:nvSpPr>
        <p:spPr>
          <a:xfrm>
            <a:off x="1112808" y="1507764"/>
            <a:ext cx="10641738" cy="2862322"/>
          </a:xfrm>
          <a:prstGeom prst="rect">
            <a:avLst/>
          </a:prstGeom>
          <a:noFill/>
        </p:spPr>
        <p:txBody>
          <a:bodyPr wrap="square" rtlCol="0">
            <a:spAutoFit/>
          </a:bodyPr>
          <a:lstStyle/>
          <a:p>
            <a:r>
              <a:rPr lang="en-US" sz="2000" dirty="0"/>
              <a:t>Article of the robotic guide dog in Shanghai: </a:t>
            </a:r>
            <a:r>
              <a:rPr lang="en-US" sz="2000" dirty="0">
                <a:hlinkClick r:id="rId2"/>
              </a:rPr>
              <a:t>https://www.abc.net.au/news/2024-07-02/robot-guide-dog-could-help-visually-impaired-people-daily-life/104047974</a:t>
            </a:r>
            <a:endParaRPr lang="en-US" sz="2000" dirty="0"/>
          </a:p>
          <a:p>
            <a:endParaRPr lang="en-US" sz="2000" dirty="0"/>
          </a:p>
          <a:p>
            <a:r>
              <a:rPr lang="en-US" sz="2000" dirty="0"/>
              <a:t>Article of the problems with guide dogs: </a:t>
            </a:r>
            <a:r>
              <a:rPr lang="en-US" sz="2000" dirty="0">
                <a:hlinkClick r:id="rId3"/>
              </a:rPr>
              <a:t>https://afb.org/role-guide-dogs-joint-afb-gdb-report/why-not-use-guide-dog</a:t>
            </a:r>
            <a:endParaRPr lang="en-US" sz="2000" dirty="0"/>
          </a:p>
          <a:p>
            <a:endParaRPr lang="en-US" sz="2000" dirty="0"/>
          </a:p>
          <a:p>
            <a:r>
              <a:rPr lang="en-US" sz="2000" dirty="0" err="1"/>
              <a:t>Dogzilla</a:t>
            </a:r>
            <a:r>
              <a:rPr lang="en-US" sz="2000" dirty="0"/>
              <a:t> Lite website: </a:t>
            </a:r>
            <a:r>
              <a:rPr lang="en-US" sz="2000" dirty="0">
                <a:hlinkClick r:id="rId4"/>
              </a:rPr>
              <a:t>https://www.yahboom.net/study/DOGZILLA-Lite</a:t>
            </a:r>
            <a:endParaRPr lang="en-IL" sz="2000" dirty="0"/>
          </a:p>
          <a:p>
            <a:endParaRPr lang="en-US" sz="2000" dirty="0"/>
          </a:p>
          <a:p>
            <a:r>
              <a:rPr lang="en-US" sz="2000" dirty="0"/>
              <a:t>A* </a:t>
            </a:r>
            <a:r>
              <a:rPr lang="en-US" sz="2000" dirty="0" err="1"/>
              <a:t>algorithem</a:t>
            </a:r>
            <a:r>
              <a:rPr lang="en-US" sz="2000" dirty="0"/>
              <a:t> explanation: </a:t>
            </a:r>
            <a:r>
              <a:rPr lang="en-US" sz="2000" dirty="0">
                <a:hlinkClick r:id="rId5"/>
              </a:rPr>
              <a:t>https://www.datacamp.com/tutorial/a-star-algorithm</a:t>
            </a:r>
            <a:endParaRPr lang="en-IL" sz="2000" dirty="0"/>
          </a:p>
        </p:txBody>
      </p:sp>
    </p:spTree>
    <p:extLst>
      <p:ext uri="{BB962C8B-B14F-4D97-AF65-F5344CB8AC3E}">
        <p14:creationId xmlns:p14="http://schemas.microsoft.com/office/powerpoint/2010/main" val="30104076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2490</Words>
  <Application>Microsoft Office PowerPoint</Application>
  <PresentationFormat>Widescreen</PresentationFormat>
  <Paragraphs>147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Calibri</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Nathan Beer</dc:creator>
  <cp:lastModifiedBy>Nathan Beer</cp:lastModifiedBy>
  <cp:revision>1</cp:revision>
  <dcterms:created xsi:type="dcterms:W3CDTF">2026-06-15T06:15:23Z</dcterms:created>
  <dcterms:modified xsi:type="dcterms:W3CDTF">2026-06-15T07:13:12Z</dcterms:modified>
</cp:coreProperties>
</file>