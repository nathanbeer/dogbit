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701" r:id="rId1"/>
  </p:sldMasterIdLst>
  <p:notesMasterIdLst>
    <p:notesMasterId r:id="rId3"/>
  </p:notesMasterIdLst>
  <p:sldIdLst>
    <p:sldId id="256" r:id="rId2"/>
  </p:sldIdLst>
  <p:sldSz cx="25199975" cy="35999738"/>
  <p:notesSz cx="6858000" cy="9144000"/>
  <p:defaultTextStyle>
    <a:defPPr>
      <a:defRPr lang="en-IL"/>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957BE9EB-FC6C-494C-B813-21AD2C757842}" v="1" dt="2026-06-29T21:45:48.201"/>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4995" autoAdjust="0"/>
    <p:restoredTop sz="94660"/>
  </p:normalViewPr>
  <p:slideViewPr>
    <p:cSldViewPr snapToGrid="0">
      <p:cViewPr>
        <p:scale>
          <a:sx n="33" d="100"/>
          <a:sy n="33" d="100"/>
        </p:scale>
        <p:origin x="1277" y="48"/>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microsoft.com/office/2016/11/relationships/changesInfo" Target="changesInfos/changesInfo1.xml"/><Relationship Id="rId3" Type="http://schemas.openxmlformats.org/officeDocument/2006/relationships/notesMaster" Target="notesMasters/notesMaster1.xml"/><Relationship Id="rId7" Type="http://schemas.openxmlformats.org/officeDocument/2006/relationships/tableStyles" Target="tableStyle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theme" Target="theme/theme1.xml"/><Relationship Id="rId5" Type="http://schemas.openxmlformats.org/officeDocument/2006/relationships/viewProps" Target="viewProps.xml"/><Relationship Id="rId4" Type="http://schemas.openxmlformats.org/officeDocument/2006/relationships/presProps" Target="presProps.xml"/><Relationship Id="rId9" Type="http://schemas.microsoft.com/office/2015/10/relationships/revisionInfo" Target="revisionInfo.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Nathan Beer" userId="749d00a89d2b4bfd" providerId="LiveId" clId="{0DF5AC88-6CCA-4CEA-AB75-D322A32B2D03}"/>
    <pc:docChg chg="undo custSel modSld">
      <pc:chgData name="Nathan Beer" userId="749d00a89d2b4bfd" providerId="LiveId" clId="{0DF5AC88-6CCA-4CEA-AB75-D322A32B2D03}" dt="2026-06-29T21:46:22.598" v="1160" actId="1076"/>
      <pc:docMkLst>
        <pc:docMk/>
      </pc:docMkLst>
      <pc:sldChg chg="addSp delSp modSp mod">
        <pc:chgData name="Nathan Beer" userId="749d00a89d2b4bfd" providerId="LiveId" clId="{0DF5AC88-6CCA-4CEA-AB75-D322A32B2D03}" dt="2026-06-29T21:46:22.598" v="1160" actId="1076"/>
        <pc:sldMkLst>
          <pc:docMk/>
          <pc:sldMk cId="3066806001" sldId="256"/>
        </pc:sldMkLst>
        <pc:spChg chg="mod">
          <ac:chgData name="Nathan Beer" userId="749d00a89d2b4bfd" providerId="LiveId" clId="{0DF5AC88-6CCA-4CEA-AB75-D322A32B2D03}" dt="2026-06-07T06:31:50.952" v="555" actId="14100"/>
          <ac:spMkLst>
            <pc:docMk/>
            <pc:sldMk cId="3066806001" sldId="256"/>
            <ac:spMk id="7" creationId="{D243D2B1-2DF3-8C62-FBAC-017CC0A5591E}"/>
          </ac:spMkLst>
        </pc:spChg>
        <pc:spChg chg="mod">
          <ac:chgData name="Nathan Beer" userId="749d00a89d2b4bfd" providerId="LiveId" clId="{0DF5AC88-6CCA-4CEA-AB75-D322A32B2D03}" dt="2026-06-07T08:20:10.758" v="1156" actId="33524"/>
          <ac:spMkLst>
            <pc:docMk/>
            <pc:sldMk cId="3066806001" sldId="256"/>
            <ac:spMk id="25" creationId="{60F3D45B-283D-EA5B-0E3E-44D31ED22E42}"/>
          </ac:spMkLst>
        </pc:spChg>
        <pc:spChg chg="mod">
          <ac:chgData name="Nathan Beer" userId="749d00a89d2b4bfd" providerId="LiveId" clId="{0DF5AC88-6CCA-4CEA-AB75-D322A32B2D03}" dt="2026-06-05T23:55:27.578" v="349"/>
          <ac:spMkLst>
            <pc:docMk/>
            <pc:sldMk cId="3066806001" sldId="256"/>
            <ac:spMk id="34" creationId="{0C13CE36-9266-4024-2406-3054505AC9E5}"/>
          </ac:spMkLst>
        </pc:spChg>
        <pc:spChg chg="mod">
          <ac:chgData name="Nathan Beer" userId="749d00a89d2b4bfd" providerId="LiveId" clId="{0DF5AC88-6CCA-4CEA-AB75-D322A32B2D03}" dt="2026-06-05T23:55:27.578" v="349"/>
          <ac:spMkLst>
            <pc:docMk/>
            <pc:sldMk cId="3066806001" sldId="256"/>
            <ac:spMk id="37" creationId="{B8D4DC6A-34D7-8693-1B4E-F5376D80AB1A}"/>
          </ac:spMkLst>
        </pc:spChg>
        <pc:spChg chg="mod">
          <ac:chgData name="Nathan Beer" userId="749d00a89d2b4bfd" providerId="LiveId" clId="{0DF5AC88-6CCA-4CEA-AB75-D322A32B2D03}" dt="2026-06-05T23:55:27.578" v="349"/>
          <ac:spMkLst>
            <pc:docMk/>
            <pc:sldMk cId="3066806001" sldId="256"/>
            <ac:spMk id="38" creationId="{387B044A-201C-611F-4E26-AB43932B1DB2}"/>
          </ac:spMkLst>
        </pc:spChg>
        <pc:spChg chg="mod">
          <ac:chgData name="Nathan Beer" userId="749d00a89d2b4bfd" providerId="LiveId" clId="{0DF5AC88-6CCA-4CEA-AB75-D322A32B2D03}" dt="2026-06-07T08:17:51.464" v="1023" actId="14100"/>
          <ac:spMkLst>
            <pc:docMk/>
            <pc:sldMk cId="3066806001" sldId="256"/>
            <ac:spMk id="53" creationId="{E80FEE4F-9204-A400-B63E-2E4FC5655C62}"/>
          </ac:spMkLst>
        </pc:spChg>
        <pc:spChg chg="mod">
          <ac:chgData name="Nathan Beer" userId="749d00a89d2b4bfd" providerId="LiveId" clId="{0DF5AC88-6CCA-4CEA-AB75-D322A32B2D03}" dt="2026-06-07T08:17:51.464" v="1023" actId="14100"/>
          <ac:spMkLst>
            <pc:docMk/>
            <pc:sldMk cId="3066806001" sldId="256"/>
            <ac:spMk id="55" creationId="{BB16F435-67F3-5E26-2442-95F62466A5AA}"/>
          </ac:spMkLst>
        </pc:spChg>
        <pc:spChg chg="mod">
          <ac:chgData name="Nathan Beer" userId="749d00a89d2b4bfd" providerId="LiveId" clId="{0DF5AC88-6CCA-4CEA-AB75-D322A32B2D03}" dt="2026-06-07T08:17:51.464" v="1023" actId="14100"/>
          <ac:spMkLst>
            <pc:docMk/>
            <pc:sldMk cId="3066806001" sldId="256"/>
            <ac:spMk id="56" creationId="{09F4F421-FEAC-6DC5-6016-E4BE82D0B453}"/>
          </ac:spMkLst>
        </pc:spChg>
        <pc:spChg chg="mod">
          <ac:chgData name="Nathan Beer" userId="749d00a89d2b4bfd" providerId="LiveId" clId="{0DF5AC88-6CCA-4CEA-AB75-D322A32B2D03}" dt="2026-06-29T21:45:48.201" v="1157"/>
          <ac:spMkLst>
            <pc:docMk/>
            <pc:sldMk cId="3066806001" sldId="256"/>
            <ac:spMk id="58" creationId="{A307848C-3F5E-CD70-466E-74AF1FD9DF3B}"/>
          </ac:spMkLst>
        </pc:spChg>
        <pc:spChg chg="mod">
          <ac:chgData name="Nathan Beer" userId="749d00a89d2b4bfd" providerId="LiveId" clId="{0DF5AC88-6CCA-4CEA-AB75-D322A32B2D03}" dt="2026-06-29T21:45:48.201" v="1157"/>
          <ac:spMkLst>
            <pc:docMk/>
            <pc:sldMk cId="3066806001" sldId="256"/>
            <ac:spMk id="60" creationId="{2B19A0E7-45EC-A2B2-8FA8-4649ACF074C6}"/>
          </ac:spMkLst>
        </pc:spChg>
        <pc:spChg chg="mod">
          <ac:chgData name="Nathan Beer" userId="749d00a89d2b4bfd" providerId="LiveId" clId="{0DF5AC88-6CCA-4CEA-AB75-D322A32B2D03}" dt="2026-06-29T21:46:05.677" v="1159" actId="1076"/>
          <ac:spMkLst>
            <pc:docMk/>
            <pc:sldMk cId="3066806001" sldId="256"/>
            <ac:spMk id="61" creationId="{ECA393C0-5B44-33C4-886E-8CF7C0D3F295}"/>
          </ac:spMkLst>
        </pc:spChg>
        <pc:spChg chg="mod">
          <ac:chgData name="Nathan Beer" userId="749d00a89d2b4bfd" providerId="LiveId" clId="{0DF5AC88-6CCA-4CEA-AB75-D322A32B2D03}" dt="2026-06-07T08:17:51.464" v="1023" actId="14100"/>
          <ac:spMkLst>
            <pc:docMk/>
            <pc:sldMk cId="3066806001" sldId="256"/>
            <ac:spMk id="75" creationId="{F2FD836E-3804-9396-61D1-7FBDA007304B}"/>
          </ac:spMkLst>
        </pc:spChg>
        <pc:spChg chg="mod">
          <ac:chgData name="Nathan Beer" userId="749d00a89d2b4bfd" providerId="LiveId" clId="{0DF5AC88-6CCA-4CEA-AB75-D322A32B2D03}" dt="2026-06-06T00:13:41.275" v="544" actId="164"/>
          <ac:spMkLst>
            <pc:docMk/>
            <pc:sldMk cId="3066806001" sldId="256"/>
            <ac:spMk id="164" creationId="{AFC76C4E-7311-641B-2676-469F5DCD45BF}"/>
          </ac:spMkLst>
        </pc:spChg>
        <pc:spChg chg="mod">
          <ac:chgData name="Nathan Beer" userId="749d00a89d2b4bfd" providerId="LiveId" clId="{0DF5AC88-6CCA-4CEA-AB75-D322A32B2D03}" dt="2026-06-05T23:59:20.393" v="541" actId="1076"/>
          <ac:spMkLst>
            <pc:docMk/>
            <pc:sldMk cId="3066806001" sldId="256"/>
            <ac:spMk id="167" creationId="{5A4C89ED-71AC-86ED-6A5A-939E734AC77C}"/>
          </ac:spMkLst>
        </pc:spChg>
        <pc:grpChg chg="add mod">
          <ac:chgData name="Nathan Beer" userId="749d00a89d2b4bfd" providerId="LiveId" clId="{0DF5AC88-6CCA-4CEA-AB75-D322A32B2D03}" dt="2026-06-07T08:16:15.513" v="915" actId="1076"/>
          <ac:grpSpMkLst>
            <pc:docMk/>
            <pc:sldMk cId="3066806001" sldId="256"/>
            <ac:grpSpMk id="2" creationId="{64A4E3E3-86DF-5AF6-DE66-E63F689687B9}"/>
          </ac:grpSpMkLst>
        </pc:grpChg>
        <pc:grpChg chg="mod">
          <ac:chgData name="Nathan Beer" userId="749d00a89d2b4bfd" providerId="LiveId" clId="{0DF5AC88-6CCA-4CEA-AB75-D322A32B2D03}" dt="2026-06-05T23:55:27.578" v="349"/>
          <ac:grpSpMkLst>
            <pc:docMk/>
            <pc:sldMk cId="3066806001" sldId="256"/>
            <ac:grpSpMk id="49" creationId="{4DDC1B56-2EFA-E8C4-05EC-17A552226D29}"/>
          </ac:grpSpMkLst>
        </pc:grpChg>
        <pc:grpChg chg="mod">
          <ac:chgData name="Nathan Beer" userId="749d00a89d2b4bfd" providerId="LiveId" clId="{0DF5AC88-6CCA-4CEA-AB75-D322A32B2D03}" dt="2026-06-07T08:17:51.464" v="1023" actId="14100"/>
          <ac:grpSpMkLst>
            <pc:docMk/>
            <pc:sldMk cId="3066806001" sldId="256"/>
            <ac:grpSpMk id="52" creationId="{33AB2C60-2069-839F-1A5D-87130C98FB8C}"/>
          </ac:grpSpMkLst>
        </pc:grpChg>
        <pc:grpChg chg="mod">
          <ac:chgData name="Nathan Beer" userId="749d00a89d2b4bfd" providerId="LiveId" clId="{0DF5AC88-6CCA-4CEA-AB75-D322A32B2D03}" dt="2026-06-29T21:45:48.201" v="1157"/>
          <ac:grpSpMkLst>
            <pc:docMk/>
            <pc:sldMk cId="3066806001" sldId="256"/>
            <ac:grpSpMk id="57" creationId="{9B4D4DBF-7460-FF5A-C75D-C02EF4E56AB7}"/>
          </ac:grpSpMkLst>
        </pc:grpChg>
        <pc:grpChg chg="mod">
          <ac:chgData name="Nathan Beer" userId="749d00a89d2b4bfd" providerId="LiveId" clId="{0DF5AC88-6CCA-4CEA-AB75-D322A32B2D03}" dt="2026-06-07T08:17:43.583" v="1021" actId="14100"/>
          <ac:grpSpMkLst>
            <pc:docMk/>
            <pc:sldMk cId="3066806001" sldId="256"/>
            <ac:grpSpMk id="62" creationId="{79F89736-1BB9-C914-8CEE-393AACCFDEC1}"/>
          </ac:grpSpMkLst>
        </pc:grpChg>
        <pc:grpChg chg="mod">
          <ac:chgData name="Nathan Beer" userId="749d00a89d2b4bfd" providerId="LiveId" clId="{0DF5AC88-6CCA-4CEA-AB75-D322A32B2D03}" dt="2026-06-07T08:17:51.464" v="1023" actId="14100"/>
          <ac:grpSpMkLst>
            <pc:docMk/>
            <pc:sldMk cId="3066806001" sldId="256"/>
            <ac:grpSpMk id="165" creationId="{3BA6D8F7-4C8F-3038-211A-98E2290A2A60}"/>
          </ac:grpSpMkLst>
        </pc:grpChg>
        <pc:grpChg chg="add mod">
          <ac:chgData name="Nathan Beer" userId="749d00a89d2b4bfd" providerId="LiveId" clId="{0DF5AC88-6CCA-4CEA-AB75-D322A32B2D03}" dt="2026-06-05T23:55:27.578" v="349"/>
          <ac:grpSpMkLst>
            <pc:docMk/>
            <pc:sldMk cId="3066806001" sldId="256"/>
            <ac:grpSpMk id="173" creationId="{F050220F-844E-16DB-6060-54C26EF06DD3}"/>
          </ac:grpSpMkLst>
        </pc:grpChg>
        <pc:picChg chg="mod">
          <ac:chgData name="Nathan Beer" userId="749d00a89d2b4bfd" providerId="LiveId" clId="{0DF5AC88-6CCA-4CEA-AB75-D322A32B2D03}" dt="2026-06-29T21:46:22.598" v="1160" actId="1076"/>
          <ac:picMkLst>
            <pc:docMk/>
            <pc:sldMk cId="3066806001" sldId="256"/>
            <ac:picMk id="6" creationId="{44799559-630F-185B-43D6-1FBB328FEE80}"/>
          </ac:picMkLst>
        </pc:picChg>
        <pc:picChg chg="add mod">
          <ac:chgData name="Nathan Beer" userId="749d00a89d2b4bfd" providerId="LiveId" clId="{0DF5AC88-6CCA-4CEA-AB75-D322A32B2D03}" dt="2026-06-06T00:13:41.275" v="544" actId="164"/>
          <ac:picMkLst>
            <pc:docMk/>
            <pc:sldMk cId="3066806001" sldId="256"/>
            <ac:picMk id="172" creationId="{980AAD6A-204D-4BD4-0556-7DBCE7D8FA18}"/>
          </ac:picMkLst>
        </pc:picChg>
        <pc:cxnChg chg="mod">
          <ac:chgData name="Nathan Beer" userId="749d00a89d2b4bfd" providerId="LiveId" clId="{0DF5AC88-6CCA-4CEA-AB75-D322A32B2D03}" dt="2026-06-05T23:55:27.578" v="349"/>
          <ac:cxnSpMkLst>
            <pc:docMk/>
            <pc:sldMk cId="3066806001" sldId="256"/>
            <ac:cxnSpMk id="35" creationId="{1F76ECFE-48E2-C505-2281-7B746B52CFDF}"/>
          </ac:cxnSpMkLst>
        </pc:cxnChg>
        <pc:cxnChg chg="mod">
          <ac:chgData name="Nathan Beer" userId="749d00a89d2b4bfd" providerId="LiveId" clId="{0DF5AC88-6CCA-4CEA-AB75-D322A32B2D03}" dt="2026-06-07T08:17:51.464" v="1023" actId="14100"/>
          <ac:cxnSpMkLst>
            <pc:docMk/>
            <pc:sldMk cId="3066806001" sldId="256"/>
            <ac:cxnSpMk id="54" creationId="{58CFA140-2094-BA1B-76B3-B9B57F2F8815}"/>
          </ac:cxnSpMkLst>
        </pc:cxnChg>
        <pc:cxnChg chg="mod">
          <ac:chgData name="Nathan Beer" userId="749d00a89d2b4bfd" providerId="LiveId" clId="{0DF5AC88-6CCA-4CEA-AB75-D322A32B2D03}" dt="2026-06-29T21:45:48.201" v="1157"/>
          <ac:cxnSpMkLst>
            <pc:docMk/>
            <pc:sldMk cId="3066806001" sldId="256"/>
            <ac:cxnSpMk id="59" creationId="{27FD88C4-662C-EE46-CBC1-0949318028F5}"/>
          </ac:cxnSpMkLst>
        </pc:cxnChg>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IL"/>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CFBC56F8-34F3-4C8C-A74F-F74EF646368E}" type="datetimeFigureOut">
              <a:rPr lang="en-IL" smtClean="0"/>
              <a:t>30/06/2026</a:t>
            </a:fld>
            <a:endParaRPr lang="en-IL"/>
          </a:p>
        </p:txBody>
      </p:sp>
      <p:sp>
        <p:nvSpPr>
          <p:cNvPr id="4" name="Slide Image Placeholder 3"/>
          <p:cNvSpPr>
            <a:spLocks noGrp="1" noRot="1" noChangeAspect="1"/>
          </p:cNvSpPr>
          <p:nvPr>
            <p:ph type="sldImg" idx="2"/>
          </p:nvPr>
        </p:nvSpPr>
        <p:spPr>
          <a:xfrm>
            <a:off x="2349500" y="1143000"/>
            <a:ext cx="2159000" cy="3086100"/>
          </a:xfrm>
          <a:prstGeom prst="rect">
            <a:avLst/>
          </a:prstGeom>
          <a:noFill/>
          <a:ln w="12700">
            <a:solidFill>
              <a:prstClr val="black"/>
            </a:solidFill>
          </a:ln>
        </p:spPr>
        <p:txBody>
          <a:bodyPr vert="horz" lIns="91440" tIns="45720" rIns="91440" bIns="45720" rtlCol="0" anchor="ctr"/>
          <a:lstStyle/>
          <a:p>
            <a:endParaRPr lang="en-IL"/>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L"/>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IL"/>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1A908CD8-FAE6-4599-A166-A03130A452BD}" type="slidenum">
              <a:rPr lang="en-IL" smtClean="0"/>
              <a:t>‹#›</a:t>
            </a:fld>
            <a:endParaRPr lang="en-IL"/>
          </a:p>
        </p:txBody>
      </p:sp>
    </p:spTree>
    <p:extLst>
      <p:ext uri="{BB962C8B-B14F-4D97-AF65-F5344CB8AC3E}">
        <p14:creationId xmlns:p14="http://schemas.microsoft.com/office/powerpoint/2010/main" val="3839714862"/>
      </p:ext>
    </p:extLst>
  </p:cSld>
  <p:clrMap bg1="lt1" tx1="dk1" bg2="lt2" tx2="dk2" accent1="accent1" accent2="accent2" accent3="accent3" accent4="accent4" accent5="accent5" accent6="accent6" hlink="hlink" folHlink="folHlink"/>
  <p:notesStyle>
    <a:lvl1pPr marL="0" algn="l" defTabSz="2937510" rtl="0" eaLnBrk="1" latinLnBrk="0" hangingPunct="1">
      <a:defRPr sz="3855" kern="1200">
        <a:solidFill>
          <a:schemeClr val="tx1"/>
        </a:solidFill>
        <a:latin typeface="+mn-lt"/>
        <a:ea typeface="+mn-ea"/>
        <a:cs typeface="+mn-cs"/>
      </a:defRPr>
    </a:lvl1pPr>
    <a:lvl2pPr marL="1468755" algn="l" defTabSz="2937510" rtl="0" eaLnBrk="1" latinLnBrk="0" hangingPunct="1">
      <a:defRPr sz="3855" kern="1200">
        <a:solidFill>
          <a:schemeClr val="tx1"/>
        </a:solidFill>
        <a:latin typeface="+mn-lt"/>
        <a:ea typeface="+mn-ea"/>
        <a:cs typeface="+mn-cs"/>
      </a:defRPr>
    </a:lvl2pPr>
    <a:lvl3pPr marL="2937510" algn="l" defTabSz="2937510" rtl="0" eaLnBrk="1" latinLnBrk="0" hangingPunct="1">
      <a:defRPr sz="3855" kern="1200">
        <a:solidFill>
          <a:schemeClr val="tx1"/>
        </a:solidFill>
        <a:latin typeface="+mn-lt"/>
        <a:ea typeface="+mn-ea"/>
        <a:cs typeface="+mn-cs"/>
      </a:defRPr>
    </a:lvl3pPr>
    <a:lvl4pPr marL="4406265" algn="l" defTabSz="2937510" rtl="0" eaLnBrk="1" latinLnBrk="0" hangingPunct="1">
      <a:defRPr sz="3855" kern="1200">
        <a:solidFill>
          <a:schemeClr val="tx1"/>
        </a:solidFill>
        <a:latin typeface="+mn-lt"/>
        <a:ea typeface="+mn-ea"/>
        <a:cs typeface="+mn-cs"/>
      </a:defRPr>
    </a:lvl4pPr>
    <a:lvl5pPr marL="5875020" algn="l" defTabSz="2937510" rtl="0" eaLnBrk="1" latinLnBrk="0" hangingPunct="1">
      <a:defRPr sz="3855" kern="1200">
        <a:solidFill>
          <a:schemeClr val="tx1"/>
        </a:solidFill>
        <a:latin typeface="+mn-lt"/>
        <a:ea typeface="+mn-ea"/>
        <a:cs typeface="+mn-cs"/>
      </a:defRPr>
    </a:lvl5pPr>
    <a:lvl6pPr marL="7343775" algn="l" defTabSz="2937510" rtl="0" eaLnBrk="1" latinLnBrk="0" hangingPunct="1">
      <a:defRPr sz="3855" kern="1200">
        <a:solidFill>
          <a:schemeClr val="tx1"/>
        </a:solidFill>
        <a:latin typeface="+mn-lt"/>
        <a:ea typeface="+mn-ea"/>
        <a:cs typeface="+mn-cs"/>
      </a:defRPr>
    </a:lvl6pPr>
    <a:lvl7pPr marL="8812530" algn="l" defTabSz="2937510" rtl="0" eaLnBrk="1" latinLnBrk="0" hangingPunct="1">
      <a:defRPr sz="3855" kern="1200">
        <a:solidFill>
          <a:schemeClr val="tx1"/>
        </a:solidFill>
        <a:latin typeface="+mn-lt"/>
        <a:ea typeface="+mn-ea"/>
        <a:cs typeface="+mn-cs"/>
      </a:defRPr>
    </a:lvl7pPr>
    <a:lvl8pPr marL="10281285" algn="l" defTabSz="2937510" rtl="0" eaLnBrk="1" latinLnBrk="0" hangingPunct="1">
      <a:defRPr sz="3855" kern="1200">
        <a:solidFill>
          <a:schemeClr val="tx1"/>
        </a:solidFill>
        <a:latin typeface="+mn-lt"/>
        <a:ea typeface="+mn-ea"/>
        <a:cs typeface="+mn-cs"/>
      </a:defRPr>
    </a:lvl8pPr>
    <a:lvl9pPr marL="11750040" algn="l" defTabSz="2937510" rtl="0" eaLnBrk="1" latinLnBrk="0" hangingPunct="1">
      <a:defRPr sz="3855"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L" dirty="0"/>
          </a:p>
        </p:txBody>
      </p:sp>
      <p:sp>
        <p:nvSpPr>
          <p:cNvPr id="4" name="Slide Number Placeholder 3"/>
          <p:cNvSpPr>
            <a:spLocks noGrp="1"/>
          </p:cNvSpPr>
          <p:nvPr>
            <p:ph type="sldNum" sz="quarter" idx="5"/>
          </p:nvPr>
        </p:nvSpPr>
        <p:spPr/>
        <p:txBody>
          <a:bodyPr/>
          <a:lstStyle/>
          <a:p>
            <a:fld id="{1A908CD8-FAE6-4599-A166-A03130A452BD}" type="slidenum">
              <a:rPr lang="en-IL" smtClean="0"/>
              <a:t>1</a:t>
            </a:fld>
            <a:endParaRPr lang="en-IL"/>
          </a:p>
        </p:txBody>
      </p:sp>
    </p:spTree>
    <p:extLst>
      <p:ext uri="{BB962C8B-B14F-4D97-AF65-F5344CB8AC3E}">
        <p14:creationId xmlns:p14="http://schemas.microsoft.com/office/powerpoint/2010/main" val="3383404560"/>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6FD73C4-1136-9185-0294-C777EDAE17A1}"/>
              </a:ext>
            </a:extLst>
          </p:cNvPr>
          <p:cNvSpPr>
            <a:spLocks noGrp="1"/>
          </p:cNvSpPr>
          <p:nvPr>
            <p:ph type="ctrTitle"/>
          </p:nvPr>
        </p:nvSpPr>
        <p:spPr>
          <a:xfrm>
            <a:off x="3149997" y="5891626"/>
            <a:ext cx="18899981" cy="12533242"/>
          </a:xfrm>
        </p:spPr>
        <p:txBody>
          <a:bodyPr anchor="b"/>
          <a:lstStyle>
            <a:lvl1pPr algn="ctr">
              <a:defRPr sz="12401"/>
            </a:lvl1pPr>
          </a:lstStyle>
          <a:p>
            <a:r>
              <a:rPr lang="en-US"/>
              <a:t>Click to edit Master title style</a:t>
            </a:r>
            <a:endParaRPr lang="en-IL"/>
          </a:p>
        </p:txBody>
      </p:sp>
      <p:sp>
        <p:nvSpPr>
          <p:cNvPr id="3" name="Subtitle 2">
            <a:extLst>
              <a:ext uri="{FF2B5EF4-FFF2-40B4-BE49-F238E27FC236}">
                <a16:creationId xmlns:a16="http://schemas.microsoft.com/office/drawing/2014/main" id="{6ED3E74C-EE1B-4A25-D251-8D6CBABAF5F5}"/>
              </a:ext>
            </a:extLst>
          </p:cNvPr>
          <p:cNvSpPr>
            <a:spLocks noGrp="1"/>
          </p:cNvSpPr>
          <p:nvPr>
            <p:ph type="subTitle" idx="1"/>
          </p:nvPr>
        </p:nvSpPr>
        <p:spPr>
          <a:xfrm>
            <a:off x="3149997" y="18908198"/>
            <a:ext cx="18899981" cy="8691601"/>
          </a:xfrm>
        </p:spPr>
        <p:txBody>
          <a:bodyPr/>
          <a:lstStyle>
            <a:lvl1pPr marL="0" indent="0" algn="ctr">
              <a:buNone/>
              <a:defRPr sz="4961"/>
            </a:lvl1pPr>
            <a:lvl2pPr marL="944987" indent="0" algn="ctr">
              <a:buNone/>
              <a:defRPr sz="4134"/>
            </a:lvl2pPr>
            <a:lvl3pPr marL="1889973" indent="0" algn="ctr">
              <a:buNone/>
              <a:defRPr sz="3720"/>
            </a:lvl3pPr>
            <a:lvl4pPr marL="2834960" indent="0" algn="ctr">
              <a:buNone/>
              <a:defRPr sz="3307"/>
            </a:lvl4pPr>
            <a:lvl5pPr marL="3779947" indent="0" algn="ctr">
              <a:buNone/>
              <a:defRPr sz="3307"/>
            </a:lvl5pPr>
            <a:lvl6pPr marL="4724933" indent="0" algn="ctr">
              <a:buNone/>
              <a:defRPr sz="3307"/>
            </a:lvl6pPr>
            <a:lvl7pPr marL="5669920" indent="0" algn="ctr">
              <a:buNone/>
              <a:defRPr sz="3307"/>
            </a:lvl7pPr>
            <a:lvl8pPr marL="6614907" indent="0" algn="ctr">
              <a:buNone/>
              <a:defRPr sz="3307"/>
            </a:lvl8pPr>
            <a:lvl9pPr marL="7559893" indent="0" algn="ctr">
              <a:buNone/>
              <a:defRPr sz="3307"/>
            </a:lvl9pPr>
          </a:lstStyle>
          <a:p>
            <a:r>
              <a:rPr lang="en-US"/>
              <a:t>Click to edit Master subtitle style</a:t>
            </a:r>
            <a:endParaRPr lang="en-IL"/>
          </a:p>
        </p:txBody>
      </p:sp>
      <p:sp>
        <p:nvSpPr>
          <p:cNvPr id="4" name="Date Placeholder 3">
            <a:extLst>
              <a:ext uri="{FF2B5EF4-FFF2-40B4-BE49-F238E27FC236}">
                <a16:creationId xmlns:a16="http://schemas.microsoft.com/office/drawing/2014/main" id="{FEE80C4B-F9AF-FB15-F688-AF274BE43A85}"/>
              </a:ext>
            </a:extLst>
          </p:cNvPr>
          <p:cNvSpPr>
            <a:spLocks noGrp="1"/>
          </p:cNvSpPr>
          <p:nvPr>
            <p:ph type="dt" sz="half" idx="10"/>
          </p:nvPr>
        </p:nvSpPr>
        <p:spPr/>
        <p:txBody>
          <a:bodyPr/>
          <a:lstStyle/>
          <a:p>
            <a:fld id="{F71F05D6-5C0D-4AFA-877A-613BB781C08C}" type="datetimeFigureOut">
              <a:rPr lang="en-IL" smtClean="0"/>
              <a:t>30/06/2026</a:t>
            </a:fld>
            <a:endParaRPr lang="en-IL"/>
          </a:p>
        </p:txBody>
      </p:sp>
      <p:sp>
        <p:nvSpPr>
          <p:cNvPr id="5" name="Footer Placeholder 4">
            <a:extLst>
              <a:ext uri="{FF2B5EF4-FFF2-40B4-BE49-F238E27FC236}">
                <a16:creationId xmlns:a16="http://schemas.microsoft.com/office/drawing/2014/main" id="{71211401-0772-8BD7-4752-366A19D57054}"/>
              </a:ext>
            </a:extLst>
          </p:cNvPr>
          <p:cNvSpPr>
            <a:spLocks noGrp="1"/>
          </p:cNvSpPr>
          <p:nvPr>
            <p:ph type="ftr" sz="quarter" idx="11"/>
          </p:nvPr>
        </p:nvSpPr>
        <p:spPr/>
        <p:txBody>
          <a:bodyPr/>
          <a:lstStyle/>
          <a:p>
            <a:endParaRPr lang="en-IL"/>
          </a:p>
        </p:txBody>
      </p:sp>
      <p:sp>
        <p:nvSpPr>
          <p:cNvPr id="6" name="Slide Number Placeholder 5">
            <a:extLst>
              <a:ext uri="{FF2B5EF4-FFF2-40B4-BE49-F238E27FC236}">
                <a16:creationId xmlns:a16="http://schemas.microsoft.com/office/drawing/2014/main" id="{3A7092F8-A8F8-9BD3-014D-CBF1D102CE40}"/>
              </a:ext>
            </a:extLst>
          </p:cNvPr>
          <p:cNvSpPr>
            <a:spLocks noGrp="1"/>
          </p:cNvSpPr>
          <p:nvPr>
            <p:ph type="sldNum" sz="quarter" idx="12"/>
          </p:nvPr>
        </p:nvSpPr>
        <p:spPr/>
        <p:txBody>
          <a:bodyPr/>
          <a:lstStyle/>
          <a:p>
            <a:fld id="{AACD90E8-CB58-4D26-923A-3D80B3861966}" type="slidenum">
              <a:rPr lang="en-IL" smtClean="0"/>
              <a:t>‹#›</a:t>
            </a:fld>
            <a:endParaRPr lang="en-IL"/>
          </a:p>
        </p:txBody>
      </p:sp>
    </p:spTree>
    <p:extLst>
      <p:ext uri="{BB962C8B-B14F-4D97-AF65-F5344CB8AC3E}">
        <p14:creationId xmlns:p14="http://schemas.microsoft.com/office/powerpoint/2010/main" val="384783307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E3DB81A-048C-D912-8637-5409D52BE844}"/>
              </a:ext>
            </a:extLst>
          </p:cNvPr>
          <p:cNvSpPr>
            <a:spLocks noGrp="1"/>
          </p:cNvSpPr>
          <p:nvPr>
            <p:ph type="title"/>
          </p:nvPr>
        </p:nvSpPr>
        <p:spPr/>
        <p:txBody>
          <a:bodyPr/>
          <a:lstStyle/>
          <a:p>
            <a:r>
              <a:rPr lang="en-US"/>
              <a:t>Click to edit Master title style</a:t>
            </a:r>
            <a:endParaRPr lang="en-IL"/>
          </a:p>
        </p:txBody>
      </p:sp>
      <p:sp>
        <p:nvSpPr>
          <p:cNvPr id="3" name="Content Placeholder 2">
            <a:extLst>
              <a:ext uri="{FF2B5EF4-FFF2-40B4-BE49-F238E27FC236}">
                <a16:creationId xmlns:a16="http://schemas.microsoft.com/office/drawing/2014/main" id="{6C286468-B957-EDEC-CB94-3E303649C5AC}"/>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L"/>
          </a:p>
        </p:txBody>
      </p:sp>
      <p:sp>
        <p:nvSpPr>
          <p:cNvPr id="4" name="Date Placeholder 3">
            <a:extLst>
              <a:ext uri="{FF2B5EF4-FFF2-40B4-BE49-F238E27FC236}">
                <a16:creationId xmlns:a16="http://schemas.microsoft.com/office/drawing/2014/main" id="{2DBFCBB8-C8D9-E4E5-FDE7-A725A9707E3F}"/>
              </a:ext>
            </a:extLst>
          </p:cNvPr>
          <p:cNvSpPr>
            <a:spLocks noGrp="1"/>
          </p:cNvSpPr>
          <p:nvPr>
            <p:ph type="dt" sz="half" idx="10"/>
          </p:nvPr>
        </p:nvSpPr>
        <p:spPr/>
        <p:txBody>
          <a:bodyPr/>
          <a:lstStyle/>
          <a:p>
            <a:fld id="{F71F05D6-5C0D-4AFA-877A-613BB781C08C}" type="datetimeFigureOut">
              <a:rPr lang="en-IL" smtClean="0"/>
              <a:t>30/06/2026</a:t>
            </a:fld>
            <a:endParaRPr lang="en-IL"/>
          </a:p>
        </p:txBody>
      </p:sp>
      <p:sp>
        <p:nvSpPr>
          <p:cNvPr id="5" name="Footer Placeholder 4">
            <a:extLst>
              <a:ext uri="{FF2B5EF4-FFF2-40B4-BE49-F238E27FC236}">
                <a16:creationId xmlns:a16="http://schemas.microsoft.com/office/drawing/2014/main" id="{0A800266-F133-58D1-8765-1B9DD07F02AE}"/>
              </a:ext>
            </a:extLst>
          </p:cNvPr>
          <p:cNvSpPr>
            <a:spLocks noGrp="1"/>
          </p:cNvSpPr>
          <p:nvPr>
            <p:ph type="ftr" sz="quarter" idx="11"/>
          </p:nvPr>
        </p:nvSpPr>
        <p:spPr/>
        <p:txBody>
          <a:bodyPr/>
          <a:lstStyle/>
          <a:p>
            <a:endParaRPr lang="en-IL"/>
          </a:p>
        </p:txBody>
      </p:sp>
      <p:sp>
        <p:nvSpPr>
          <p:cNvPr id="6" name="Slide Number Placeholder 5">
            <a:extLst>
              <a:ext uri="{FF2B5EF4-FFF2-40B4-BE49-F238E27FC236}">
                <a16:creationId xmlns:a16="http://schemas.microsoft.com/office/drawing/2014/main" id="{1B4B713F-ABE1-3DF2-132D-D74570AEADDB}"/>
              </a:ext>
            </a:extLst>
          </p:cNvPr>
          <p:cNvSpPr>
            <a:spLocks noGrp="1"/>
          </p:cNvSpPr>
          <p:nvPr>
            <p:ph type="sldNum" sz="quarter" idx="12"/>
          </p:nvPr>
        </p:nvSpPr>
        <p:spPr/>
        <p:txBody>
          <a:bodyPr/>
          <a:lstStyle/>
          <a:p>
            <a:fld id="{AACD90E8-CB58-4D26-923A-3D80B3861966}" type="slidenum">
              <a:rPr lang="en-IL" smtClean="0"/>
              <a:t>‹#›</a:t>
            </a:fld>
            <a:endParaRPr lang="en-IL"/>
          </a:p>
        </p:txBody>
      </p:sp>
    </p:spTree>
    <p:extLst>
      <p:ext uri="{BB962C8B-B14F-4D97-AF65-F5344CB8AC3E}">
        <p14:creationId xmlns:p14="http://schemas.microsoft.com/office/powerpoint/2010/main" val="2462134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BEC1AE2-C9F6-EEA0-FFC2-A55751E6357D}"/>
              </a:ext>
            </a:extLst>
          </p:cNvPr>
          <p:cNvSpPr>
            <a:spLocks noGrp="1"/>
          </p:cNvSpPr>
          <p:nvPr>
            <p:ph type="title"/>
          </p:nvPr>
        </p:nvSpPr>
        <p:spPr>
          <a:xfrm>
            <a:off x="1719374" y="8974940"/>
            <a:ext cx="21734978" cy="14974888"/>
          </a:xfrm>
        </p:spPr>
        <p:txBody>
          <a:bodyPr anchor="b"/>
          <a:lstStyle>
            <a:lvl1pPr>
              <a:defRPr sz="12401"/>
            </a:lvl1pPr>
          </a:lstStyle>
          <a:p>
            <a:r>
              <a:rPr lang="en-US"/>
              <a:t>Click to edit Master title style</a:t>
            </a:r>
            <a:endParaRPr lang="en-IL"/>
          </a:p>
        </p:txBody>
      </p:sp>
      <p:sp>
        <p:nvSpPr>
          <p:cNvPr id="3" name="Text Placeholder 2">
            <a:extLst>
              <a:ext uri="{FF2B5EF4-FFF2-40B4-BE49-F238E27FC236}">
                <a16:creationId xmlns:a16="http://schemas.microsoft.com/office/drawing/2014/main" id="{518952EC-1C78-4C19-A513-935AADE18AA3}"/>
              </a:ext>
            </a:extLst>
          </p:cNvPr>
          <p:cNvSpPr>
            <a:spLocks noGrp="1"/>
          </p:cNvSpPr>
          <p:nvPr>
            <p:ph type="body" idx="1"/>
          </p:nvPr>
        </p:nvSpPr>
        <p:spPr>
          <a:xfrm>
            <a:off x="1719374" y="24091497"/>
            <a:ext cx="21734978" cy="7874940"/>
          </a:xfrm>
        </p:spPr>
        <p:txBody>
          <a:bodyPr/>
          <a:lstStyle>
            <a:lvl1pPr marL="0" indent="0">
              <a:buNone/>
              <a:defRPr sz="4961">
                <a:solidFill>
                  <a:schemeClr val="tx1">
                    <a:tint val="82000"/>
                  </a:schemeClr>
                </a:solidFill>
              </a:defRPr>
            </a:lvl1pPr>
            <a:lvl2pPr marL="944987" indent="0">
              <a:buNone/>
              <a:defRPr sz="4134">
                <a:solidFill>
                  <a:schemeClr val="tx1">
                    <a:tint val="82000"/>
                  </a:schemeClr>
                </a:solidFill>
              </a:defRPr>
            </a:lvl2pPr>
            <a:lvl3pPr marL="1889973" indent="0">
              <a:buNone/>
              <a:defRPr sz="3720">
                <a:solidFill>
                  <a:schemeClr val="tx1">
                    <a:tint val="82000"/>
                  </a:schemeClr>
                </a:solidFill>
              </a:defRPr>
            </a:lvl3pPr>
            <a:lvl4pPr marL="2834960" indent="0">
              <a:buNone/>
              <a:defRPr sz="3307">
                <a:solidFill>
                  <a:schemeClr val="tx1">
                    <a:tint val="82000"/>
                  </a:schemeClr>
                </a:solidFill>
              </a:defRPr>
            </a:lvl4pPr>
            <a:lvl5pPr marL="3779947" indent="0">
              <a:buNone/>
              <a:defRPr sz="3307">
                <a:solidFill>
                  <a:schemeClr val="tx1">
                    <a:tint val="82000"/>
                  </a:schemeClr>
                </a:solidFill>
              </a:defRPr>
            </a:lvl5pPr>
            <a:lvl6pPr marL="4724933" indent="0">
              <a:buNone/>
              <a:defRPr sz="3307">
                <a:solidFill>
                  <a:schemeClr val="tx1">
                    <a:tint val="82000"/>
                  </a:schemeClr>
                </a:solidFill>
              </a:defRPr>
            </a:lvl6pPr>
            <a:lvl7pPr marL="5669920" indent="0">
              <a:buNone/>
              <a:defRPr sz="3307">
                <a:solidFill>
                  <a:schemeClr val="tx1">
                    <a:tint val="82000"/>
                  </a:schemeClr>
                </a:solidFill>
              </a:defRPr>
            </a:lvl7pPr>
            <a:lvl8pPr marL="6614907" indent="0">
              <a:buNone/>
              <a:defRPr sz="3307">
                <a:solidFill>
                  <a:schemeClr val="tx1">
                    <a:tint val="82000"/>
                  </a:schemeClr>
                </a:solidFill>
              </a:defRPr>
            </a:lvl8pPr>
            <a:lvl9pPr marL="7559893" indent="0">
              <a:buNone/>
              <a:defRPr sz="3307">
                <a:solidFill>
                  <a:schemeClr val="tx1">
                    <a:tint val="82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CC82A270-458E-6416-6084-C3935CDAF129}"/>
              </a:ext>
            </a:extLst>
          </p:cNvPr>
          <p:cNvSpPr>
            <a:spLocks noGrp="1"/>
          </p:cNvSpPr>
          <p:nvPr>
            <p:ph type="dt" sz="half" idx="10"/>
          </p:nvPr>
        </p:nvSpPr>
        <p:spPr/>
        <p:txBody>
          <a:bodyPr/>
          <a:lstStyle/>
          <a:p>
            <a:fld id="{F71F05D6-5C0D-4AFA-877A-613BB781C08C}" type="datetimeFigureOut">
              <a:rPr lang="en-IL" smtClean="0"/>
              <a:t>30/06/2026</a:t>
            </a:fld>
            <a:endParaRPr lang="en-IL"/>
          </a:p>
        </p:txBody>
      </p:sp>
      <p:sp>
        <p:nvSpPr>
          <p:cNvPr id="5" name="Footer Placeholder 4">
            <a:extLst>
              <a:ext uri="{FF2B5EF4-FFF2-40B4-BE49-F238E27FC236}">
                <a16:creationId xmlns:a16="http://schemas.microsoft.com/office/drawing/2014/main" id="{8D0E9EAE-E3BB-8B72-D261-F03D18C57CB8}"/>
              </a:ext>
            </a:extLst>
          </p:cNvPr>
          <p:cNvSpPr>
            <a:spLocks noGrp="1"/>
          </p:cNvSpPr>
          <p:nvPr>
            <p:ph type="ftr" sz="quarter" idx="11"/>
          </p:nvPr>
        </p:nvSpPr>
        <p:spPr/>
        <p:txBody>
          <a:bodyPr/>
          <a:lstStyle/>
          <a:p>
            <a:endParaRPr lang="en-IL"/>
          </a:p>
        </p:txBody>
      </p:sp>
      <p:sp>
        <p:nvSpPr>
          <p:cNvPr id="6" name="Slide Number Placeholder 5">
            <a:extLst>
              <a:ext uri="{FF2B5EF4-FFF2-40B4-BE49-F238E27FC236}">
                <a16:creationId xmlns:a16="http://schemas.microsoft.com/office/drawing/2014/main" id="{57BF9B90-D400-DA12-88E3-72660B874C2C}"/>
              </a:ext>
            </a:extLst>
          </p:cNvPr>
          <p:cNvSpPr>
            <a:spLocks noGrp="1"/>
          </p:cNvSpPr>
          <p:nvPr>
            <p:ph type="sldNum" sz="quarter" idx="12"/>
          </p:nvPr>
        </p:nvSpPr>
        <p:spPr/>
        <p:txBody>
          <a:bodyPr/>
          <a:lstStyle/>
          <a:p>
            <a:fld id="{AACD90E8-CB58-4D26-923A-3D80B3861966}" type="slidenum">
              <a:rPr lang="en-IL" smtClean="0"/>
              <a:t>‹#›</a:t>
            </a:fld>
            <a:endParaRPr lang="en-IL"/>
          </a:p>
        </p:txBody>
      </p:sp>
    </p:spTree>
    <p:extLst>
      <p:ext uri="{BB962C8B-B14F-4D97-AF65-F5344CB8AC3E}">
        <p14:creationId xmlns:p14="http://schemas.microsoft.com/office/powerpoint/2010/main" val="1997644323"/>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0AD1920-8C6B-3543-68F3-02B467D7FC41}"/>
              </a:ext>
            </a:extLst>
          </p:cNvPr>
          <p:cNvSpPr>
            <a:spLocks noGrp="1"/>
          </p:cNvSpPr>
          <p:nvPr>
            <p:ph type="title"/>
          </p:nvPr>
        </p:nvSpPr>
        <p:spPr/>
        <p:txBody>
          <a:bodyPr/>
          <a:lstStyle/>
          <a:p>
            <a:r>
              <a:rPr lang="en-US"/>
              <a:t>Click to edit Master title style</a:t>
            </a:r>
            <a:endParaRPr lang="en-IL"/>
          </a:p>
        </p:txBody>
      </p:sp>
      <p:sp>
        <p:nvSpPr>
          <p:cNvPr id="3" name="Content Placeholder 2">
            <a:extLst>
              <a:ext uri="{FF2B5EF4-FFF2-40B4-BE49-F238E27FC236}">
                <a16:creationId xmlns:a16="http://schemas.microsoft.com/office/drawing/2014/main" id="{E90C93B7-8C8F-C10E-C084-8D1F5307009C}"/>
              </a:ext>
            </a:extLst>
          </p:cNvPr>
          <p:cNvSpPr>
            <a:spLocks noGrp="1"/>
          </p:cNvSpPr>
          <p:nvPr>
            <p:ph sz="half" idx="1"/>
          </p:nvPr>
        </p:nvSpPr>
        <p:spPr>
          <a:xfrm>
            <a:off x="1732498" y="9583264"/>
            <a:ext cx="10709989" cy="22841503"/>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L"/>
          </a:p>
        </p:txBody>
      </p:sp>
      <p:sp>
        <p:nvSpPr>
          <p:cNvPr id="4" name="Content Placeholder 3">
            <a:extLst>
              <a:ext uri="{FF2B5EF4-FFF2-40B4-BE49-F238E27FC236}">
                <a16:creationId xmlns:a16="http://schemas.microsoft.com/office/drawing/2014/main" id="{E9A0D747-0CD6-E5F6-6BF1-9CF5684ED13A}"/>
              </a:ext>
            </a:extLst>
          </p:cNvPr>
          <p:cNvSpPr>
            <a:spLocks noGrp="1"/>
          </p:cNvSpPr>
          <p:nvPr>
            <p:ph sz="half" idx="2"/>
          </p:nvPr>
        </p:nvSpPr>
        <p:spPr>
          <a:xfrm>
            <a:off x="12757488" y="9583264"/>
            <a:ext cx="10709989" cy="22841503"/>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L"/>
          </a:p>
        </p:txBody>
      </p:sp>
      <p:sp>
        <p:nvSpPr>
          <p:cNvPr id="5" name="Date Placeholder 4">
            <a:extLst>
              <a:ext uri="{FF2B5EF4-FFF2-40B4-BE49-F238E27FC236}">
                <a16:creationId xmlns:a16="http://schemas.microsoft.com/office/drawing/2014/main" id="{914A051A-99D7-674B-7885-A19715C74E23}"/>
              </a:ext>
            </a:extLst>
          </p:cNvPr>
          <p:cNvSpPr>
            <a:spLocks noGrp="1"/>
          </p:cNvSpPr>
          <p:nvPr>
            <p:ph type="dt" sz="half" idx="10"/>
          </p:nvPr>
        </p:nvSpPr>
        <p:spPr/>
        <p:txBody>
          <a:bodyPr/>
          <a:lstStyle/>
          <a:p>
            <a:fld id="{F71F05D6-5C0D-4AFA-877A-613BB781C08C}" type="datetimeFigureOut">
              <a:rPr lang="en-IL" smtClean="0"/>
              <a:t>30/06/2026</a:t>
            </a:fld>
            <a:endParaRPr lang="en-IL"/>
          </a:p>
        </p:txBody>
      </p:sp>
      <p:sp>
        <p:nvSpPr>
          <p:cNvPr id="6" name="Footer Placeholder 5">
            <a:extLst>
              <a:ext uri="{FF2B5EF4-FFF2-40B4-BE49-F238E27FC236}">
                <a16:creationId xmlns:a16="http://schemas.microsoft.com/office/drawing/2014/main" id="{F076C4C3-4250-ED5B-69F8-DCEF23EEE29F}"/>
              </a:ext>
            </a:extLst>
          </p:cNvPr>
          <p:cNvSpPr>
            <a:spLocks noGrp="1"/>
          </p:cNvSpPr>
          <p:nvPr>
            <p:ph type="ftr" sz="quarter" idx="11"/>
          </p:nvPr>
        </p:nvSpPr>
        <p:spPr/>
        <p:txBody>
          <a:bodyPr/>
          <a:lstStyle/>
          <a:p>
            <a:endParaRPr lang="en-IL"/>
          </a:p>
        </p:txBody>
      </p:sp>
      <p:sp>
        <p:nvSpPr>
          <p:cNvPr id="7" name="Slide Number Placeholder 6">
            <a:extLst>
              <a:ext uri="{FF2B5EF4-FFF2-40B4-BE49-F238E27FC236}">
                <a16:creationId xmlns:a16="http://schemas.microsoft.com/office/drawing/2014/main" id="{BEEC3708-95FD-BFD5-8C33-227E11C3F3F6}"/>
              </a:ext>
            </a:extLst>
          </p:cNvPr>
          <p:cNvSpPr>
            <a:spLocks noGrp="1"/>
          </p:cNvSpPr>
          <p:nvPr>
            <p:ph type="sldNum" sz="quarter" idx="12"/>
          </p:nvPr>
        </p:nvSpPr>
        <p:spPr/>
        <p:txBody>
          <a:bodyPr/>
          <a:lstStyle/>
          <a:p>
            <a:fld id="{AACD90E8-CB58-4D26-923A-3D80B3861966}" type="slidenum">
              <a:rPr lang="en-IL" smtClean="0"/>
              <a:t>‹#›</a:t>
            </a:fld>
            <a:endParaRPr lang="en-IL"/>
          </a:p>
        </p:txBody>
      </p:sp>
    </p:spTree>
    <p:extLst>
      <p:ext uri="{BB962C8B-B14F-4D97-AF65-F5344CB8AC3E}">
        <p14:creationId xmlns:p14="http://schemas.microsoft.com/office/powerpoint/2010/main" val="319267776"/>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D703CBF-3C3F-8F44-DC02-1EABFD0EBD85}"/>
              </a:ext>
            </a:extLst>
          </p:cNvPr>
          <p:cNvSpPr>
            <a:spLocks noGrp="1"/>
          </p:cNvSpPr>
          <p:nvPr>
            <p:ph type="title"/>
          </p:nvPr>
        </p:nvSpPr>
        <p:spPr>
          <a:xfrm>
            <a:off x="1735781" y="1916656"/>
            <a:ext cx="21734978" cy="6958285"/>
          </a:xfrm>
        </p:spPr>
        <p:txBody>
          <a:bodyPr/>
          <a:lstStyle/>
          <a:p>
            <a:r>
              <a:rPr lang="en-US"/>
              <a:t>Click to edit Master title style</a:t>
            </a:r>
            <a:endParaRPr lang="en-IL"/>
          </a:p>
        </p:txBody>
      </p:sp>
      <p:sp>
        <p:nvSpPr>
          <p:cNvPr id="3" name="Text Placeholder 2">
            <a:extLst>
              <a:ext uri="{FF2B5EF4-FFF2-40B4-BE49-F238E27FC236}">
                <a16:creationId xmlns:a16="http://schemas.microsoft.com/office/drawing/2014/main" id="{20ED45CE-5DC1-BA8D-0FEA-7BC1CED84BFB}"/>
              </a:ext>
            </a:extLst>
          </p:cNvPr>
          <p:cNvSpPr>
            <a:spLocks noGrp="1"/>
          </p:cNvSpPr>
          <p:nvPr>
            <p:ph type="body" idx="1"/>
          </p:nvPr>
        </p:nvSpPr>
        <p:spPr>
          <a:xfrm>
            <a:off x="1735781" y="8824938"/>
            <a:ext cx="10660770" cy="4324966"/>
          </a:xfrm>
        </p:spPr>
        <p:txBody>
          <a:bodyPr anchor="b"/>
          <a:lstStyle>
            <a:lvl1pPr marL="0" indent="0">
              <a:buNone/>
              <a:defRPr sz="4961" b="1"/>
            </a:lvl1pPr>
            <a:lvl2pPr marL="944987" indent="0">
              <a:buNone/>
              <a:defRPr sz="4134" b="1"/>
            </a:lvl2pPr>
            <a:lvl3pPr marL="1889973" indent="0">
              <a:buNone/>
              <a:defRPr sz="3720" b="1"/>
            </a:lvl3pPr>
            <a:lvl4pPr marL="2834960" indent="0">
              <a:buNone/>
              <a:defRPr sz="3307" b="1"/>
            </a:lvl4pPr>
            <a:lvl5pPr marL="3779947" indent="0">
              <a:buNone/>
              <a:defRPr sz="3307" b="1"/>
            </a:lvl5pPr>
            <a:lvl6pPr marL="4724933" indent="0">
              <a:buNone/>
              <a:defRPr sz="3307" b="1"/>
            </a:lvl6pPr>
            <a:lvl7pPr marL="5669920" indent="0">
              <a:buNone/>
              <a:defRPr sz="3307" b="1"/>
            </a:lvl7pPr>
            <a:lvl8pPr marL="6614907" indent="0">
              <a:buNone/>
              <a:defRPr sz="3307" b="1"/>
            </a:lvl8pPr>
            <a:lvl9pPr marL="7559893" indent="0">
              <a:buNone/>
              <a:defRPr sz="3307" b="1"/>
            </a:lvl9pPr>
          </a:lstStyle>
          <a:p>
            <a:pPr lvl="0"/>
            <a:r>
              <a:rPr lang="en-US"/>
              <a:t>Click to edit Master text styles</a:t>
            </a:r>
          </a:p>
        </p:txBody>
      </p:sp>
      <p:sp>
        <p:nvSpPr>
          <p:cNvPr id="4" name="Content Placeholder 3">
            <a:extLst>
              <a:ext uri="{FF2B5EF4-FFF2-40B4-BE49-F238E27FC236}">
                <a16:creationId xmlns:a16="http://schemas.microsoft.com/office/drawing/2014/main" id="{D7929EB7-DD4B-4576-5493-C90A4F14C9E0}"/>
              </a:ext>
            </a:extLst>
          </p:cNvPr>
          <p:cNvSpPr>
            <a:spLocks noGrp="1"/>
          </p:cNvSpPr>
          <p:nvPr>
            <p:ph sz="half" idx="2"/>
          </p:nvPr>
        </p:nvSpPr>
        <p:spPr>
          <a:xfrm>
            <a:off x="1735781" y="13149904"/>
            <a:ext cx="10660770" cy="19341529"/>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L"/>
          </a:p>
        </p:txBody>
      </p:sp>
      <p:sp>
        <p:nvSpPr>
          <p:cNvPr id="5" name="Text Placeholder 4">
            <a:extLst>
              <a:ext uri="{FF2B5EF4-FFF2-40B4-BE49-F238E27FC236}">
                <a16:creationId xmlns:a16="http://schemas.microsoft.com/office/drawing/2014/main" id="{A175AA0D-B500-423B-2D8E-C9844A27286F}"/>
              </a:ext>
            </a:extLst>
          </p:cNvPr>
          <p:cNvSpPr>
            <a:spLocks noGrp="1"/>
          </p:cNvSpPr>
          <p:nvPr>
            <p:ph type="body" sz="quarter" idx="3"/>
          </p:nvPr>
        </p:nvSpPr>
        <p:spPr>
          <a:xfrm>
            <a:off x="12757487" y="8824938"/>
            <a:ext cx="10713272" cy="4324966"/>
          </a:xfrm>
        </p:spPr>
        <p:txBody>
          <a:bodyPr anchor="b"/>
          <a:lstStyle>
            <a:lvl1pPr marL="0" indent="0">
              <a:buNone/>
              <a:defRPr sz="4961" b="1"/>
            </a:lvl1pPr>
            <a:lvl2pPr marL="944987" indent="0">
              <a:buNone/>
              <a:defRPr sz="4134" b="1"/>
            </a:lvl2pPr>
            <a:lvl3pPr marL="1889973" indent="0">
              <a:buNone/>
              <a:defRPr sz="3720" b="1"/>
            </a:lvl3pPr>
            <a:lvl4pPr marL="2834960" indent="0">
              <a:buNone/>
              <a:defRPr sz="3307" b="1"/>
            </a:lvl4pPr>
            <a:lvl5pPr marL="3779947" indent="0">
              <a:buNone/>
              <a:defRPr sz="3307" b="1"/>
            </a:lvl5pPr>
            <a:lvl6pPr marL="4724933" indent="0">
              <a:buNone/>
              <a:defRPr sz="3307" b="1"/>
            </a:lvl6pPr>
            <a:lvl7pPr marL="5669920" indent="0">
              <a:buNone/>
              <a:defRPr sz="3307" b="1"/>
            </a:lvl7pPr>
            <a:lvl8pPr marL="6614907" indent="0">
              <a:buNone/>
              <a:defRPr sz="3307" b="1"/>
            </a:lvl8pPr>
            <a:lvl9pPr marL="7559893" indent="0">
              <a:buNone/>
              <a:defRPr sz="3307" b="1"/>
            </a:lvl9pPr>
          </a:lstStyle>
          <a:p>
            <a:pPr lvl="0"/>
            <a:r>
              <a:rPr lang="en-US"/>
              <a:t>Click to edit Master text styles</a:t>
            </a:r>
          </a:p>
        </p:txBody>
      </p:sp>
      <p:sp>
        <p:nvSpPr>
          <p:cNvPr id="6" name="Content Placeholder 5">
            <a:extLst>
              <a:ext uri="{FF2B5EF4-FFF2-40B4-BE49-F238E27FC236}">
                <a16:creationId xmlns:a16="http://schemas.microsoft.com/office/drawing/2014/main" id="{F3CE54DD-1357-ED59-5BCF-EEB4693A1183}"/>
              </a:ext>
            </a:extLst>
          </p:cNvPr>
          <p:cNvSpPr>
            <a:spLocks noGrp="1"/>
          </p:cNvSpPr>
          <p:nvPr>
            <p:ph sz="quarter" idx="4"/>
          </p:nvPr>
        </p:nvSpPr>
        <p:spPr>
          <a:xfrm>
            <a:off x="12757487" y="13149904"/>
            <a:ext cx="10713272" cy="19341529"/>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L"/>
          </a:p>
        </p:txBody>
      </p:sp>
      <p:sp>
        <p:nvSpPr>
          <p:cNvPr id="7" name="Date Placeholder 6">
            <a:extLst>
              <a:ext uri="{FF2B5EF4-FFF2-40B4-BE49-F238E27FC236}">
                <a16:creationId xmlns:a16="http://schemas.microsoft.com/office/drawing/2014/main" id="{8219D43C-76AD-D393-CA85-D5474B90C439}"/>
              </a:ext>
            </a:extLst>
          </p:cNvPr>
          <p:cNvSpPr>
            <a:spLocks noGrp="1"/>
          </p:cNvSpPr>
          <p:nvPr>
            <p:ph type="dt" sz="half" idx="10"/>
          </p:nvPr>
        </p:nvSpPr>
        <p:spPr/>
        <p:txBody>
          <a:bodyPr/>
          <a:lstStyle/>
          <a:p>
            <a:fld id="{F71F05D6-5C0D-4AFA-877A-613BB781C08C}" type="datetimeFigureOut">
              <a:rPr lang="en-IL" smtClean="0"/>
              <a:t>30/06/2026</a:t>
            </a:fld>
            <a:endParaRPr lang="en-IL"/>
          </a:p>
        </p:txBody>
      </p:sp>
      <p:sp>
        <p:nvSpPr>
          <p:cNvPr id="8" name="Footer Placeholder 7">
            <a:extLst>
              <a:ext uri="{FF2B5EF4-FFF2-40B4-BE49-F238E27FC236}">
                <a16:creationId xmlns:a16="http://schemas.microsoft.com/office/drawing/2014/main" id="{76D9B5AB-1ABC-898C-8FF4-9275230EBDEF}"/>
              </a:ext>
            </a:extLst>
          </p:cNvPr>
          <p:cNvSpPr>
            <a:spLocks noGrp="1"/>
          </p:cNvSpPr>
          <p:nvPr>
            <p:ph type="ftr" sz="quarter" idx="11"/>
          </p:nvPr>
        </p:nvSpPr>
        <p:spPr/>
        <p:txBody>
          <a:bodyPr/>
          <a:lstStyle/>
          <a:p>
            <a:endParaRPr lang="en-IL"/>
          </a:p>
        </p:txBody>
      </p:sp>
      <p:sp>
        <p:nvSpPr>
          <p:cNvPr id="9" name="Slide Number Placeholder 8">
            <a:extLst>
              <a:ext uri="{FF2B5EF4-FFF2-40B4-BE49-F238E27FC236}">
                <a16:creationId xmlns:a16="http://schemas.microsoft.com/office/drawing/2014/main" id="{4027C764-1433-732D-D4A2-94F42B775B19}"/>
              </a:ext>
            </a:extLst>
          </p:cNvPr>
          <p:cNvSpPr>
            <a:spLocks noGrp="1"/>
          </p:cNvSpPr>
          <p:nvPr>
            <p:ph type="sldNum" sz="quarter" idx="12"/>
          </p:nvPr>
        </p:nvSpPr>
        <p:spPr/>
        <p:txBody>
          <a:bodyPr/>
          <a:lstStyle/>
          <a:p>
            <a:fld id="{AACD90E8-CB58-4D26-923A-3D80B3861966}" type="slidenum">
              <a:rPr lang="en-IL" smtClean="0"/>
              <a:t>‹#›</a:t>
            </a:fld>
            <a:endParaRPr lang="en-IL"/>
          </a:p>
        </p:txBody>
      </p:sp>
    </p:spTree>
    <p:extLst>
      <p:ext uri="{BB962C8B-B14F-4D97-AF65-F5344CB8AC3E}">
        <p14:creationId xmlns:p14="http://schemas.microsoft.com/office/powerpoint/2010/main" val="3968264454"/>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9CD6E3D-0CCA-1F44-8E81-659D6878ACCC}"/>
              </a:ext>
            </a:extLst>
          </p:cNvPr>
          <p:cNvSpPr>
            <a:spLocks noGrp="1"/>
          </p:cNvSpPr>
          <p:nvPr>
            <p:ph type="title"/>
          </p:nvPr>
        </p:nvSpPr>
        <p:spPr/>
        <p:txBody>
          <a:bodyPr/>
          <a:lstStyle/>
          <a:p>
            <a:r>
              <a:rPr lang="en-US"/>
              <a:t>Click to edit Master title style</a:t>
            </a:r>
            <a:endParaRPr lang="en-IL"/>
          </a:p>
        </p:txBody>
      </p:sp>
      <p:sp>
        <p:nvSpPr>
          <p:cNvPr id="3" name="Date Placeholder 2">
            <a:extLst>
              <a:ext uri="{FF2B5EF4-FFF2-40B4-BE49-F238E27FC236}">
                <a16:creationId xmlns:a16="http://schemas.microsoft.com/office/drawing/2014/main" id="{F59C6954-296F-24E8-478F-E28251A8DA6B}"/>
              </a:ext>
            </a:extLst>
          </p:cNvPr>
          <p:cNvSpPr>
            <a:spLocks noGrp="1"/>
          </p:cNvSpPr>
          <p:nvPr>
            <p:ph type="dt" sz="half" idx="10"/>
          </p:nvPr>
        </p:nvSpPr>
        <p:spPr/>
        <p:txBody>
          <a:bodyPr/>
          <a:lstStyle/>
          <a:p>
            <a:fld id="{F71F05D6-5C0D-4AFA-877A-613BB781C08C}" type="datetimeFigureOut">
              <a:rPr lang="en-IL" smtClean="0"/>
              <a:t>30/06/2026</a:t>
            </a:fld>
            <a:endParaRPr lang="en-IL"/>
          </a:p>
        </p:txBody>
      </p:sp>
      <p:sp>
        <p:nvSpPr>
          <p:cNvPr id="4" name="Footer Placeholder 3">
            <a:extLst>
              <a:ext uri="{FF2B5EF4-FFF2-40B4-BE49-F238E27FC236}">
                <a16:creationId xmlns:a16="http://schemas.microsoft.com/office/drawing/2014/main" id="{DC64D9C3-BC88-AF63-E27C-5EE95988C9F6}"/>
              </a:ext>
            </a:extLst>
          </p:cNvPr>
          <p:cNvSpPr>
            <a:spLocks noGrp="1"/>
          </p:cNvSpPr>
          <p:nvPr>
            <p:ph type="ftr" sz="quarter" idx="11"/>
          </p:nvPr>
        </p:nvSpPr>
        <p:spPr/>
        <p:txBody>
          <a:bodyPr/>
          <a:lstStyle/>
          <a:p>
            <a:endParaRPr lang="en-IL"/>
          </a:p>
        </p:txBody>
      </p:sp>
      <p:sp>
        <p:nvSpPr>
          <p:cNvPr id="5" name="Slide Number Placeholder 4">
            <a:extLst>
              <a:ext uri="{FF2B5EF4-FFF2-40B4-BE49-F238E27FC236}">
                <a16:creationId xmlns:a16="http://schemas.microsoft.com/office/drawing/2014/main" id="{0070B178-B2C2-331B-68E4-0BEB1A129BC3}"/>
              </a:ext>
            </a:extLst>
          </p:cNvPr>
          <p:cNvSpPr>
            <a:spLocks noGrp="1"/>
          </p:cNvSpPr>
          <p:nvPr>
            <p:ph type="sldNum" sz="quarter" idx="12"/>
          </p:nvPr>
        </p:nvSpPr>
        <p:spPr/>
        <p:txBody>
          <a:bodyPr/>
          <a:lstStyle/>
          <a:p>
            <a:fld id="{AACD90E8-CB58-4D26-923A-3D80B3861966}" type="slidenum">
              <a:rPr lang="en-IL" smtClean="0"/>
              <a:t>‹#›</a:t>
            </a:fld>
            <a:endParaRPr lang="en-IL"/>
          </a:p>
        </p:txBody>
      </p:sp>
    </p:spTree>
    <p:extLst>
      <p:ext uri="{BB962C8B-B14F-4D97-AF65-F5344CB8AC3E}">
        <p14:creationId xmlns:p14="http://schemas.microsoft.com/office/powerpoint/2010/main" val="1961194295"/>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FF91118C-3790-F7E4-D83A-07EE5C9A457A}"/>
              </a:ext>
            </a:extLst>
          </p:cNvPr>
          <p:cNvSpPr>
            <a:spLocks noGrp="1"/>
          </p:cNvSpPr>
          <p:nvPr>
            <p:ph type="dt" sz="half" idx="10"/>
          </p:nvPr>
        </p:nvSpPr>
        <p:spPr/>
        <p:txBody>
          <a:bodyPr/>
          <a:lstStyle/>
          <a:p>
            <a:fld id="{F71F05D6-5C0D-4AFA-877A-613BB781C08C}" type="datetimeFigureOut">
              <a:rPr lang="en-IL" smtClean="0"/>
              <a:t>30/06/2026</a:t>
            </a:fld>
            <a:endParaRPr lang="en-IL"/>
          </a:p>
        </p:txBody>
      </p:sp>
      <p:sp>
        <p:nvSpPr>
          <p:cNvPr id="3" name="Footer Placeholder 2">
            <a:extLst>
              <a:ext uri="{FF2B5EF4-FFF2-40B4-BE49-F238E27FC236}">
                <a16:creationId xmlns:a16="http://schemas.microsoft.com/office/drawing/2014/main" id="{C9E75CAD-41AF-FF29-945C-B0B4272322E5}"/>
              </a:ext>
            </a:extLst>
          </p:cNvPr>
          <p:cNvSpPr>
            <a:spLocks noGrp="1"/>
          </p:cNvSpPr>
          <p:nvPr>
            <p:ph type="ftr" sz="quarter" idx="11"/>
          </p:nvPr>
        </p:nvSpPr>
        <p:spPr/>
        <p:txBody>
          <a:bodyPr/>
          <a:lstStyle/>
          <a:p>
            <a:endParaRPr lang="en-IL"/>
          </a:p>
        </p:txBody>
      </p:sp>
      <p:sp>
        <p:nvSpPr>
          <p:cNvPr id="4" name="Slide Number Placeholder 3">
            <a:extLst>
              <a:ext uri="{FF2B5EF4-FFF2-40B4-BE49-F238E27FC236}">
                <a16:creationId xmlns:a16="http://schemas.microsoft.com/office/drawing/2014/main" id="{9FB42DF6-093B-0603-8F19-B541D300D2D5}"/>
              </a:ext>
            </a:extLst>
          </p:cNvPr>
          <p:cNvSpPr>
            <a:spLocks noGrp="1"/>
          </p:cNvSpPr>
          <p:nvPr>
            <p:ph type="sldNum" sz="quarter" idx="12"/>
          </p:nvPr>
        </p:nvSpPr>
        <p:spPr/>
        <p:txBody>
          <a:bodyPr/>
          <a:lstStyle/>
          <a:p>
            <a:fld id="{AACD90E8-CB58-4D26-923A-3D80B3861966}" type="slidenum">
              <a:rPr lang="en-IL" smtClean="0"/>
              <a:t>‹#›</a:t>
            </a:fld>
            <a:endParaRPr lang="en-IL"/>
          </a:p>
        </p:txBody>
      </p:sp>
    </p:spTree>
    <p:extLst>
      <p:ext uri="{BB962C8B-B14F-4D97-AF65-F5344CB8AC3E}">
        <p14:creationId xmlns:p14="http://schemas.microsoft.com/office/powerpoint/2010/main" val="3664202702"/>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C37E59E-0660-BAA1-6E1E-D0FD6F6D5322}"/>
              </a:ext>
            </a:extLst>
          </p:cNvPr>
          <p:cNvSpPr>
            <a:spLocks noGrp="1"/>
          </p:cNvSpPr>
          <p:nvPr>
            <p:ph type="title"/>
          </p:nvPr>
        </p:nvSpPr>
        <p:spPr>
          <a:xfrm>
            <a:off x="1735782" y="2399982"/>
            <a:ext cx="8127647" cy="8399939"/>
          </a:xfrm>
        </p:spPr>
        <p:txBody>
          <a:bodyPr anchor="b"/>
          <a:lstStyle>
            <a:lvl1pPr>
              <a:defRPr sz="6614"/>
            </a:lvl1pPr>
          </a:lstStyle>
          <a:p>
            <a:r>
              <a:rPr lang="en-US"/>
              <a:t>Click to edit Master title style</a:t>
            </a:r>
            <a:endParaRPr lang="en-IL"/>
          </a:p>
        </p:txBody>
      </p:sp>
      <p:sp>
        <p:nvSpPr>
          <p:cNvPr id="3" name="Content Placeholder 2">
            <a:extLst>
              <a:ext uri="{FF2B5EF4-FFF2-40B4-BE49-F238E27FC236}">
                <a16:creationId xmlns:a16="http://schemas.microsoft.com/office/drawing/2014/main" id="{5F939D81-517D-499D-6E36-E47DF916DE07}"/>
              </a:ext>
            </a:extLst>
          </p:cNvPr>
          <p:cNvSpPr>
            <a:spLocks noGrp="1"/>
          </p:cNvSpPr>
          <p:nvPr>
            <p:ph idx="1"/>
          </p:nvPr>
        </p:nvSpPr>
        <p:spPr>
          <a:xfrm>
            <a:off x="10713272" y="5183298"/>
            <a:ext cx="12757487" cy="25583147"/>
          </a:xfrm>
        </p:spPr>
        <p:txBody>
          <a:bodyPr/>
          <a:lstStyle>
            <a:lvl1pPr>
              <a:defRPr sz="6614"/>
            </a:lvl1pPr>
            <a:lvl2pPr>
              <a:defRPr sz="5787"/>
            </a:lvl2pPr>
            <a:lvl3pPr>
              <a:defRPr sz="4961"/>
            </a:lvl3pPr>
            <a:lvl4pPr>
              <a:defRPr sz="4134"/>
            </a:lvl4pPr>
            <a:lvl5pPr>
              <a:defRPr sz="4134"/>
            </a:lvl5pPr>
            <a:lvl6pPr>
              <a:defRPr sz="4134"/>
            </a:lvl6pPr>
            <a:lvl7pPr>
              <a:defRPr sz="4134"/>
            </a:lvl7pPr>
            <a:lvl8pPr>
              <a:defRPr sz="4134"/>
            </a:lvl8pPr>
            <a:lvl9pPr>
              <a:defRPr sz="4134"/>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L"/>
          </a:p>
        </p:txBody>
      </p:sp>
      <p:sp>
        <p:nvSpPr>
          <p:cNvPr id="4" name="Text Placeholder 3">
            <a:extLst>
              <a:ext uri="{FF2B5EF4-FFF2-40B4-BE49-F238E27FC236}">
                <a16:creationId xmlns:a16="http://schemas.microsoft.com/office/drawing/2014/main" id="{B19225C3-C66D-4638-FA27-565110B8CA9A}"/>
              </a:ext>
            </a:extLst>
          </p:cNvPr>
          <p:cNvSpPr>
            <a:spLocks noGrp="1"/>
          </p:cNvSpPr>
          <p:nvPr>
            <p:ph type="body" sz="half" idx="2"/>
          </p:nvPr>
        </p:nvSpPr>
        <p:spPr>
          <a:xfrm>
            <a:off x="1735782" y="10799922"/>
            <a:ext cx="8127647" cy="20008190"/>
          </a:xfrm>
        </p:spPr>
        <p:txBody>
          <a:bodyPr/>
          <a:lstStyle>
            <a:lvl1pPr marL="0" indent="0">
              <a:buNone/>
              <a:defRPr sz="3307"/>
            </a:lvl1pPr>
            <a:lvl2pPr marL="944987" indent="0">
              <a:buNone/>
              <a:defRPr sz="2894"/>
            </a:lvl2pPr>
            <a:lvl3pPr marL="1889973" indent="0">
              <a:buNone/>
              <a:defRPr sz="2480"/>
            </a:lvl3pPr>
            <a:lvl4pPr marL="2834960" indent="0">
              <a:buNone/>
              <a:defRPr sz="2067"/>
            </a:lvl4pPr>
            <a:lvl5pPr marL="3779947" indent="0">
              <a:buNone/>
              <a:defRPr sz="2067"/>
            </a:lvl5pPr>
            <a:lvl6pPr marL="4724933" indent="0">
              <a:buNone/>
              <a:defRPr sz="2067"/>
            </a:lvl6pPr>
            <a:lvl7pPr marL="5669920" indent="0">
              <a:buNone/>
              <a:defRPr sz="2067"/>
            </a:lvl7pPr>
            <a:lvl8pPr marL="6614907" indent="0">
              <a:buNone/>
              <a:defRPr sz="2067"/>
            </a:lvl8pPr>
            <a:lvl9pPr marL="7559893" indent="0">
              <a:buNone/>
              <a:defRPr sz="2067"/>
            </a:lvl9pPr>
          </a:lstStyle>
          <a:p>
            <a:pPr lvl="0"/>
            <a:r>
              <a:rPr lang="en-US"/>
              <a:t>Click to edit Master text styles</a:t>
            </a:r>
          </a:p>
        </p:txBody>
      </p:sp>
      <p:sp>
        <p:nvSpPr>
          <p:cNvPr id="5" name="Date Placeholder 4">
            <a:extLst>
              <a:ext uri="{FF2B5EF4-FFF2-40B4-BE49-F238E27FC236}">
                <a16:creationId xmlns:a16="http://schemas.microsoft.com/office/drawing/2014/main" id="{65F312EF-C369-4C67-D6EE-0BF419543DCC}"/>
              </a:ext>
            </a:extLst>
          </p:cNvPr>
          <p:cNvSpPr>
            <a:spLocks noGrp="1"/>
          </p:cNvSpPr>
          <p:nvPr>
            <p:ph type="dt" sz="half" idx="10"/>
          </p:nvPr>
        </p:nvSpPr>
        <p:spPr/>
        <p:txBody>
          <a:bodyPr/>
          <a:lstStyle/>
          <a:p>
            <a:fld id="{F71F05D6-5C0D-4AFA-877A-613BB781C08C}" type="datetimeFigureOut">
              <a:rPr lang="en-IL" smtClean="0"/>
              <a:t>30/06/2026</a:t>
            </a:fld>
            <a:endParaRPr lang="en-IL"/>
          </a:p>
        </p:txBody>
      </p:sp>
      <p:sp>
        <p:nvSpPr>
          <p:cNvPr id="6" name="Footer Placeholder 5">
            <a:extLst>
              <a:ext uri="{FF2B5EF4-FFF2-40B4-BE49-F238E27FC236}">
                <a16:creationId xmlns:a16="http://schemas.microsoft.com/office/drawing/2014/main" id="{70F8B7BA-8F34-1D0F-5542-D83D2949BC72}"/>
              </a:ext>
            </a:extLst>
          </p:cNvPr>
          <p:cNvSpPr>
            <a:spLocks noGrp="1"/>
          </p:cNvSpPr>
          <p:nvPr>
            <p:ph type="ftr" sz="quarter" idx="11"/>
          </p:nvPr>
        </p:nvSpPr>
        <p:spPr/>
        <p:txBody>
          <a:bodyPr/>
          <a:lstStyle/>
          <a:p>
            <a:endParaRPr lang="en-IL"/>
          </a:p>
        </p:txBody>
      </p:sp>
      <p:sp>
        <p:nvSpPr>
          <p:cNvPr id="7" name="Slide Number Placeholder 6">
            <a:extLst>
              <a:ext uri="{FF2B5EF4-FFF2-40B4-BE49-F238E27FC236}">
                <a16:creationId xmlns:a16="http://schemas.microsoft.com/office/drawing/2014/main" id="{C7923EB8-8B73-5743-AA4D-0BC6A890D3F3}"/>
              </a:ext>
            </a:extLst>
          </p:cNvPr>
          <p:cNvSpPr>
            <a:spLocks noGrp="1"/>
          </p:cNvSpPr>
          <p:nvPr>
            <p:ph type="sldNum" sz="quarter" idx="12"/>
          </p:nvPr>
        </p:nvSpPr>
        <p:spPr/>
        <p:txBody>
          <a:bodyPr/>
          <a:lstStyle/>
          <a:p>
            <a:fld id="{AACD90E8-CB58-4D26-923A-3D80B3861966}" type="slidenum">
              <a:rPr lang="en-IL" smtClean="0"/>
              <a:t>‹#›</a:t>
            </a:fld>
            <a:endParaRPr lang="en-IL"/>
          </a:p>
        </p:txBody>
      </p:sp>
    </p:spTree>
    <p:extLst>
      <p:ext uri="{BB962C8B-B14F-4D97-AF65-F5344CB8AC3E}">
        <p14:creationId xmlns:p14="http://schemas.microsoft.com/office/powerpoint/2010/main" val="295854015"/>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684DDD2-E730-8393-24DD-248F79AAAE75}"/>
              </a:ext>
            </a:extLst>
          </p:cNvPr>
          <p:cNvSpPr>
            <a:spLocks noGrp="1"/>
          </p:cNvSpPr>
          <p:nvPr>
            <p:ph type="title"/>
          </p:nvPr>
        </p:nvSpPr>
        <p:spPr>
          <a:xfrm>
            <a:off x="1735782" y="2399982"/>
            <a:ext cx="8127647" cy="8399939"/>
          </a:xfrm>
        </p:spPr>
        <p:txBody>
          <a:bodyPr anchor="b"/>
          <a:lstStyle>
            <a:lvl1pPr>
              <a:defRPr sz="6614"/>
            </a:lvl1pPr>
          </a:lstStyle>
          <a:p>
            <a:r>
              <a:rPr lang="en-US"/>
              <a:t>Click to edit Master title style</a:t>
            </a:r>
            <a:endParaRPr lang="en-IL"/>
          </a:p>
        </p:txBody>
      </p:sp>
      <p:sp>
        <p:nvSpPr>
          <p:cNvPr id="3" name="Picture Placeholder 2">
            <a:extLst>
              <a:ext uri="{FF2B5EF4-FFF2-40B4-BE49-F238E27FC236}">
                <a16:creationId xmlns:a16="http://schemas.microsoft.com/office/drawing/2014/main" id="{9B21E804-713E-2A0A-0EF5-533B3DA6CE0F}"/>
              </a:ext>
            </a:extLst>
          </p:cNvPr>
          <p:cNvSpPr>
            <a:spLocks noGrp="1"/>
          </p:cNvSpPr>
          <p:nvPr>
            <p:ph type="pic" idx="1"/>
          </p:nvPr>
        </p:nvSpPr>
        <p:spPr>
          <a:xfrm>
            <a:off x="10713272" y="5183298"/>
            <a:ext cx="12757487" cy="25583147"/>
          </a:xfrm>
        </p:spPr>
        <p:txBody>
          <a:bodyPr/>
          <a:lstStyle>
            <a:lvl1pPr marL="0" indent="0">
              <a:buNone/>
              <a:defRPr sz="6614"/>
            </a:lvl1pPr>
            <a:lvl2pPr marL="944987" indent="0">
              <a:buNone/>
              <a:defRPr sz="5787"/>
            </a:lvl2pPr>
            <a:lvl3pPr marL="1889973" indent="0">
              <a:buNone/>
              <a:defRPr sz="4961"/>
            </a:lvl3pPr>
            <a:lvl4pPr marL="2834960" indent="0">
              <a:buNone/>
              <a:defRPr sz="4134"/>
            </a:lvl4pPr>
            <a:lvl5pPr marL="3779947" indent="0">
              <a:buNone/>
              <a:defRPr sz="4134"/>
            </a:lvl5pPr>
            <a:lvl6pPr marL="4724933" indent="0">
              <a:buNone/>
              <a:defRPr sz="4134"/>
            </a:lvl6pPr>
            <a:lvl7pPr marL="5669920" indent="0">
              <a:buNone/>
              <a:defRPr sz="4134"/>
            </a:lvl7pPr>
            <a:lvl8pPr marL="6614907" indent="0">
              <a:buNone/>
              <a:defRPr sz="4134"/>
            </a:lvl8pPr>
            <a:lvl9pPr marL="7559893" indent="0">
              <a:buNone/>
              <a:defRPr sz="4134"/>
            </a:lvl9pPr>
          </a:lstStyle>
          <a:p>
            <a:endParaRPr lang="en-IL"/>
          </a:p>
        </p:txBody>
      </p:sp>
      <p:sp>
        <p:nvSpPr>
          <p:cNvPr id="4" name="Text Placeholder 3">
            <a:extLst>
              <a:ext uri="{FF2B5EF4-FFF2-40B4-BE49-F238E27FC236}">
                <a16:creationId xmlns:a16="http://schemas.microsoft.com/office/drawing/2014/main" id="{EA65E435-8B98-3C57-303E-6B543AA93D6A}"/>
              </a:ext>
            </a:extLst>
          </p:cNvPr>
          <p:cNvSpPr>
            <a:spLocks noGrp="1"/>
          </p:cNvSpPr>
          <p:nvPr>
            <p:ph type="body" sz="half" idx="2"/>
          </p:nvPr>
        </p:nvSpPr>
        <p:spPr>
          <a:xfrm>
            <a:off x="1735782" y="10799922"/>
            <a:ext cx="8127647" cy="20008190"/>
          </a:xfrm>
        </p:spPr>
        <p:txBody>
          <a:bodyPr/>
          <a:lstStyle>
            <a:lvl1pPr marL="0" indent="0">
              <a:buNone/>
              <a:defRPr sz="3307"/>
            </a:lvl1pPr>
            <a:lvl2pPr marL="944987" indent="0">
              <a:buNone/>
              <a:defRPr sz="2894"/>
            </a:lvl2pPr>
            <a:lvl3pPr marL="1889973" indent="0">
              <a:buNone/>
              <a:defRPr sz="2480"/>
            </a:lvl3pPr>
            <a:lvl4pPr marL="2834960" indent="0">
              <a:buNone/>
              <a:defRPr sz="2067"/>
            </a:lvl4pPr>
            <a:lvl5pPr marL="3779947" indent="0">
              <a:buNone/>
              <a:defRPr sz="2067"/>
            </a:lvl5pPr>
            <a:lvl6pPr marL="4724933" indent="0">
              <a:buNone/>
              <a:defRPr sz="2067"/>
            </a:lvl6pPr>
            <a:lvl7pPr marL="5669920" indent="0">
              <a:buNone/>
              <a:defRPr sz="2067"/>
            </a:lvl7pPr>
            <a:lvl8pPr marL="6614907" indent="0">
              <a:buNone/>
              <a:defRPr sz="2067"/>
            </a:lvl8pPr>
            <a:lvl9pPr marL="7559893" indent="0">
              <a:buNone/>
              <a:defRPr sz="2067"/>
            </a:lvl9pPr>
          </a:lstStyle>
          <a:p>
            <a:pPr lvl="0"/>
            <a:r>
              <a:rPr lang="en-US"/>
              <a:t>Click to edit Master text styles</a:t>
            </a:r>
          </a:p>
        </p:txBody>
      </p:sp>
      <p:sp>
        <p:nvSpPr>
          <p:cNvPr id="5" name="Date Placeholder 4">
            <a:extLst>
              <a:ext uri="{FF2B5EF4-FFF2-40B4-BE49-F238E27FC236}">
                <a16:creationId xmlns:a16="http://schemas.microsoft.com/office/drawing/2014/main" id="{B13A3485-82CA-981D-EC4D-C1114E51FFF8}"/>
              </a:ext>
            </a:extLst>
          </p:cNvPr>
          <p:cNvSpPr>
            <a:spLocks noGrp="1"/>
          </p:cNvSpPr>
          <p:nvPr>
            <p:ph type="dt" sz="half" idx="10"/>
          </p:nvPr>
        </p:nvSpPr>
        <p:spPr/>
        <p:txBody>
          <a:bodyPr/>
          <a:lstStyle/>
          <a:p>
            <a:fld id="{F71F05D6-5C0D-4AFA-877A-613BB781C08C}" type="datetimeFigureOut">
              <a:rPr lang="en-IL" smtClean="0"/>
              <a:t>30/06/2026</a:t>
            </a:fld>
            <a:endParaRPr lang="en-IL"/>
          </a:p>
        </p:txBody>
      </p:sp>
      <p:sp>
        <p:nvSpPr>
          <p:cNvPr id="6" name="Footer Placeholder 5">
            <a:extLst>
              <a:ext uri="{FF2B5EF4-FFF2-40B4-BE49-F238E27FC236}">
                <a16:creationId xmlns:a16="http://schemas.microsoft.com/office/drawing/2014/main" id="{5A5F1900-0759-4C98-C4C4-CC748148A1B3}"/>
              </a:ext>
            </a:extLst>
          </p:cNvPr>
          <p:cNvSpPr>
            <a:spLocks noGrp="1"/>
          </p:cNvSpPr>
          <p:nvPr>
            <p:ph type="ftr" sz="quarter" idx="11"/>
          </p:nvPr>
        </p:nvSpPr>
        <p:spPr/>
        <p:txBody>
          <a:bodyPr/>
          <a:lstStyle/>
          <a:p>
            <a:endParaRPr lang="en-IL"/>
          </a:p>
        </p:txBody>
      </p:sp>
      <p:sp>
        <p:nvSpPr>
          <p:cNvPr id="7" name="Slide Number Placeholder 6">
            <a:extLst>
              <a:ext uri="{FF2B5EF4-FFF2-40B4-BE49-F238E27FC236}">
                <a16:creationId xmlns:a16="http://schemas.microsoft.com/office/drawing/2014/main" id="{BCDD83CB-71E4-9AA7-5620-3826D22A8EA1}"/>
              </a:ext>
            </a:extLst>
          </p:cNvPr>
          <p:cNvSpPr>
            <a:spLocks noGrp="1"/>
          </p:cNvSpPr>
          <p:nvPr>
            <p:ph type="sldNum" sz="quarter" idx="12"/>
          </p:nvPr>
        </p:nvSpPr>
        <p:spPr/>
        <p:txBody>
          <a:bodyPr/>
          <a:lstStyle/>
          <a:p>
            <a:fld id="{AACD90E8-CB58-4D26-923A-3D80B3861966}" type="slidenum">
              <a:rPr lang="en-IL" smtClean="0"/>
              <a:t>‹#›</a:t>
            </a:fld>
            <a:endParaRPr lang="en-IL"/>
          </a:p>
        </p:txBody>
      </p:sp>
    </p:spTree>
    <p:extLst>
      <p:ext uri="{BB962C8B-B14F-4D97-AF65-F5344CB8AC3E}">
        <p14:creationId xmlns:p14="http://schemas.microsoft.com/office/powerpoint/2010/main" val="453859117"/>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A5AB97D-266A-E71A-8A5A-64BF4D2C3F72}"/>
              </a:ext>
            </a:extLst>
          </p:cNvPr>
          <p:cNvSpPr>
            <a:spLocks noGrp="1"/>
          </p:cNvSpPr>
          <p:nvPr>
            <p:ph type="title"/>
          </p:nvPr>
        </p:nvSpPr>
        <p:spPr/>
        <p:txBody>
          <a:bodyPr/>
          <a:lstStyle/>
          <a:p>
            <a:r>
              <a:rPr lang="en-US"/>
              <a:t>Click to edit Master title style</a:t>
            </a:r>
            <a:endParaRPr lang="en-IL"/>
          </a:p>
        </p:txBody>
      </p:sp>
      <p:sp>
        <p:nvSpPr>
          <p:cNvPr id="3" name="Vertical Text Placeholder 2">
            <a:extLst>
              <a:ext uri="{FF2B5EF4-FFF2-40B4-BE49-F238E27FC236}">
                <a16:creationId xmlns:a16="http://schemas.microsoft.com/office/drawing/2014/main" id="{89C8D7F8-55E6-D898-5A24-3909166498A3}"/>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L"/>
          </a:p>
        </p:txBody>
      </p:sp>
      <p:sp>
        <p:nvSpPr>
          <p:cNvPr id="4" name="Date Placeholder 3">
            <a:extLst>
              <a:ext uri="{FF2B5EF4-FFF2-40B4-BE49-F238E27FC236}">
                <a16:creationId xmlns:a16="http://schemas.microsoft.com/office/drawing/2014/main" id="{4867E2C0-DD3F-6514-81FB-B268B33EFD5E}"/>
              </a:ext>
            </a:extLst>
          </p:cNvPr>
          <p:cNvSpPr>
            <a:spLocks noGrp="1"/>
          </p:cNvSpPr>
          <p:nvPr>
            <p:ph type="dt" sz="half" idx="10"/>
          </p:nvPr>
        </p:nvSpPr>
        <p:spPr/>
        <p:txBody>
          <a:bodyPr/>
          <a:lstStyle/>
          <a:p>
            <a:fld id="{F71F05D6-5C0D-4AFA-877A-613BB781C08C}" type="datetimeFigureOut">
              <a:rPr lang="en-IL" smtClean="0"/>
              <a:t>30/06/2026</a:t>
            </a:fld>
            <a:endParaRPr lang="en-IL"/>
          </a:p>
        </p:txBody>
      </p:sp>
      <p:sp>
        <p:nvSpPr>
          <p:cNvPr id="5" name="Footer Placeholder 4">
            <a:extLst>
              <a:ext uri="{FF2B5EF4-FFF2-40B4-BE49-F238E27FC236}">
                <a16:creationId xmlns:a16="http://schemas.microsoft.com/office/drawing/2014/main" id="{D9E29087-4246-D9DF-87D7-DC6974A9C6C6}"/>
              </a:ext>
            </a:extLst>
          </p:cNvPr>
          <p:cNvSpPr>
            <a:spLocks noGrp="1"/>
          </p:cNvSpPr>
          <p:nvPr>
            <p:ph type="ftr" sz="quarter" idx="11"/>
          </p:nvPr>
        </p:nvSpPr>
        <p:spPr/>
        <p:txBody>
          <a:bodyPr/>
          <a:lstStyle/>
          <a:p>
            <a:endParaRPr lang="en-IL"/>
          </a:p>
        </p:txBody>
      </p:sp>
      <p:sp>
        <p:nvSpPr>
          <p:cNvPr id="6" name="Slide Number Placeholder 5">
            <a:extLst>
              <a:ext uri="{FF2B5EF4-FFF2-40B4-BE49-F238E27FC236}">
                <a16:creationId xmlns:a16="http://schemas.microsoft.com/office/drawing/2014/main" id="{1CCEFF0B-9895-9A17-3E3D-1E689C6D830E}"/>
              </a:ext>
            </a:extLst>
          </p:cNvPr>
          <p:cNvSpPr>
            <a:spLocks noGrp="1"/>
          </p:cNvSpPr>
          <p:nvPr>
            <p:ph type="sldNum" sz="quarter" idx="12"/>
          </p:nvPr>
        </p:nvSpPr>
        <p:spPr/>
        <p:txBody>
          <a:bodyPr/>
          <a:lstStyle/>
          <a:p>
            <a:fld id="{AACD90E8-CB58-4D26-923A-3D80B3861966}" type="slidenum">
              <a:rPr lang="en-IL" smtClean="0"/>
              <a:t>‹#›</a:t>
            </a:fld>
            <a:endParaRPr lang="en-IL"/>
          </a:p>
        </p:txBody>
      </p:sp>
    </p:spTree>
    <p:extLst>
      <p:ext uri="{BB962C8B-B14F-4D97-AF65-F5344CB8AC3E}">
        <p14:creationId xmlns:p14="http://schemas.microsoft.com/office/powerpoint/2010/main" val="331931578"/>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6EC09837-5DBB-E108-BB88-7B179F18FE72}"/>
              </a:ext>
            </a:extLst>
          </p:cNvPr>
          <p:cNvSpPr>
            <a:spLocks noGrp="1"/>
          </p:cNvSpPr>
          <p:nvPr>
            <p:ph type="title" orient="vert"/>
          </p:nvPr>
        </p:nvSpPr>
        <p:spPr>
          <a:xfrm>
            <a:off x="18033732" y="1916653"/>
            <a:ext cx="5433745" cy="30508114"/>
          </a:xfrm>
        </p:spPr>
        <p:txBody>
          <a:bodyPr vert="eaVert"/>
          <a:lstStyle/>
          <a:p>
            <a:r>
              <a:rPr lang="en-US"/>
              <a:t>Click to edit Master title style</a:t>
            </a:r>
            <a:endParaRPr lang="en-IL"/>
          </a:p>
        </p:txBody>
      </p:sp>
      <p:sp>
        <p:nvSpPr>
          <p:cNvPr id="3" name="Vertical Text Placeholder 2">
            <a:extLst>
              <a:ext uri="{FF2B5EF4-FFF2-40B4-BE49-F238E27FC236}">
                <a16:creationId xmlns:a16="http://schemas.microsoft.com/office/drawing/2014/main" id="{EA970DB6-79B7-5FCF-E230-EA481603198E}"/>
              </a:ext>
            </a:extLst>
          </p:cNvPr>
          <p:cNvSpPr>
            <a:spLocks noGrp="1"/>
          </p:cNvSpPr>
          <p:nvPr>
            <p:ph type="body" orient="vert" idx="1"/>
          </p:nvPr>
        </p:nvSpPr>
        <p:spPr>
          <a:xfrm>
            <a:off x="1732498" y="1916653"/>
            <a:ext cx="15986234" cy="30508114"/>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L"/>
          </a:p>
        </p:txBody>
      </p:sp>
      <p:sp>
        <p:nvSpPr>
          <p:cNvPr id="4" name="Date Placeholder 3">
            <a:extLst>
              <a:ext uri="{FF2B5EF4-FFF2-40B4-BE49-F238E27FC236}">
                <a16:creationId xmlns:a16="http://schemas.microsoft.com/office/drawing/2014/main" id="{0B8161DD-26C4-C7D5-889A-96F674119141}"/>
              </a:ext>
            </a:extLst>
          </p:cNvPr>
          <p:cNvSpPr>
            <a:spLocks noGrp="1"/>
          </p:cNvSpPr>
          <p:nvPr>
            <p:ph type="dt" sz="half" idx="10"/>
          </p:nvPr>
        </p:nvSpPr>
        <p:spPr/>
        <p:txBody>
          <a:bodyPr/>
          <a:lstStyle/>
          <a:p>
            <a:fld id="{F71F05D6-5C0D-4AFA-877A-613BB781C08C}" type="datetimeFigureOut">
              <a:rPr lang="en-IL" smtClean="0"/>
              <a:t>30/06/2026</a:t>
            </a:fld>
            <a:endParaRPr lang="en-IL"/>
          </a:p>
        </p:txBody>
      </p:sp>
      <p:sp>
        <p:nvSpPr>
          <p:cNvPr id="5" name="Footer Placeholder 4">
            <a:extLst>
              <a:ext uri="{FF2B5EF4-FFF2-40B4-BE49-F238E27FC236}">
                <a16:creationId xmlns:a16="http://schemas.microsoft.com/office/drawing/2014/main" id="{C4F99079-6480-5099-4408-8131FEC749AC}"/>
              </a:ext>
            </a:extLst>
          </p:cNvPr>
          <p:cNvSpPr>
            <a:spLocks noGrp="1"/>
          </p:cNvSpPr>
          <p:nvPr>
            <p:ph type="ftr" sz="quarter" idx="11"/>
          </p:nvPr>
        </p:nvSpPr>
        <p:spPr/>
        <p:txBody>
          <a:bodyPr/>
          <a:lstStyle/>
          <a:p>
            <a:endParaRPr lang="en-IL"/>
          </a:p>
        </p:txBody>
      </p:sp>
      <p:sp>
        <p:nvSpPr>
          <p:cNvPr id="6" name="Slide Number Placeholder 5">
            <a:extLst>
              <a:ext uri="{FF2B5EF4-FFF2-40B4-BE49-F238E27FC236}">
                <a16:creationId xmlns:a16="http://schemas.microsoft.com/office/drawing/2014/main" id="{C17B225B-B444-05B2-D114-444B0221951E}"/>
              </a:ext>
            </a:extLst>
          </p:cNvPr>
          <p:cNvSpPr>
            <a:spLocks noGrp="1"/>
          </p:cNvSpPr>
          <p:nvPr>
            <p:ph type="sldNum" sz="quarter" idx="12"/>
          </p:nvPr>
        </p:nvSpPr>
        <p:spPr/>
        <p:txBody>
          <a:bodyPr/>
          <a:lstStyle/>
          <a:p>
            <a:fld id="{AACD90E8-CB58-4D26-923A-3D80B3861966}" type="slidenum">
              <a:rPr lang="en-IL" smtClean="0"/>
              <a:t>‹#›</a:t>
            </a:fld>
            <a:endParaRPr lang="en-IL"/>
          </a:p>
        </p:txBody>
      </p:sp>
    </p:spTree>
    <p:extLst>
      <p:ext uri="{BB962C8B-B14F-4D97-AF65-F5344CB8AC3E}">
        <p14:creationId xmlns:p14="http://schemas.microsoft.com/office/powerpoint/2010/main" val="3453902308"/>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A1A81627-17B3-A364-6D82-C4D3ADE202BC}"/>
              </a:ext>
            </a:extLst>
          </p:cNvPr>
          <p:cNvSpPr>
            <a:spLocks noGrp="1"/>
          </p:cNvSpPr>
          <p:nvPr>
            <p:ph type="title"/>
          </p:nvPr>
        </p:nvSpPr>
        <p:spPr>
          <a:xfrm>
            <a:off x="1732499" y="1916656"/>
            <a:ext cx="21734978" cy="6958285"/>
          </a:xfrm>
          <a:prstGeom prst="rect">
            <a:avLst/>
          </a:prstGeom>
        </p:spPr>
        <p:txBody>
          <a:bodyPr vert="horz" lIns="91440" tIns="45720" rIns="91440" bIns="45720" rtlCol="0" anchor="ctr">
            <a:normAutofit/>
          </a:bodyPr>
          <a:lstStyle/>
          <a:p>
            <a:r>
              <a:rPr lang="en-US"/>
              <a:t>Click to edit Master title style</a:t>
            </a:r>
            <a:endParaRPr lang="en-IL"/>
          </a:p>
        </p:txBody>
      </p:sp>
      <p:sp>
        <p:nvSpPr>
          <p:cNvPr id="3" name="Text Placeholder 2">
            <a:extLst>
              <a:ext uri="{FF2B5EF4-FFF2-40B4-BE49-F238E27FC236}">
                <a16:creationId xmlns:a16="http://schemas.microsoft.com/office/drawing/2014/main" id="{983D1435-4441-7FE6-E752-CB5B480C17F7}"/>
              </a:ext>
            </a:extLst>
          </p:cNvPr>
          <p:cNvSpPr>
            <a:spLocks noGrp="1"/>
          </p:cNvSpPr>
          <p:nvPr>
            <p:ph type="body" idx="1"/>
          </p:nvPr>
        </p:nvSpPr>
        <p:spPr>
          <a:xfrm>
            <a:off x="1732499" y="9583264"/>
            <a:ext cx="21734978" cy="2284150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L"/>
          </a:p>
        </p:txBody>
      </p:sp>
      <p:sp>
        <p:nvSpPr>
          <p:cNvPr id="4" name="Date Placeholder 3">
            <a:extLst>
              <a:ext uri="{FF2B5EF4-FFF2-40B4-BE49-F238E27FC236}">
                <a16:creationId xmlns:a16="http://schemas.microsoft.com/office/drawing/2014/main" id="{0245D708-1649-3753-C3FC-0661EB3C6191}"/>
              </a:ext>
            </a:extLst>
          </p:cNvPr>
          <p:cNvSpPr>
            <a:spLocks noGrp="1"/>
          </p:cNvSpPr>
          <p:nvPr>
            <p:ph type="dt" sz="half" idx="2"/>
          </p:nvPr>
        </p:nvSpPr>
        <p:spPr>
          <a:xfrm>
            <a:off x="1732498" y="33366426"/>
            <a:ext cx="5669994" cy="1916653"/>
          </a:xfrm>
          <a:prstGeom prst="rect">
            <a:avLst/>
          </a:prstGeom>
        </p:spPr>
        <p:txBody>
          <a:bodyPr vert="horz" lIns="91440" tIns="45720" rIns="91440" bIns="45720" rtlCol="0" anchor="ctr"/>
          <a:lstStyle>
            <a:lvl1pPr algn="l">
              <a:defRPr sz="2480">
                <a:solidFill>
                  <a:schemeClr val="tx1">
                    <a:tint val="82000"/>
                  </a:schemeClr>
                </a:solidFill>
              </a:defRPr>
            </a:lvl1pPr>
          </a:lstStyle>
          <a:p>
            <a:fld id="{F71F05D6-5C0D-4AFA-877A-613BB781C08C}" type="datetimeFigureOut">
              <a:rPr lang="en-IL" smtClean="0"/>
              <a:t>30/06/2026</a:t>
            </a:fld>
            <a:endParaRPr lang="en-IL"/>
          </a:p>
        </p:txBody>
      </p:sp>
      <p:sp>
        <p:nvSpPr>
          <p:cNvPr id="5" name="Footer Placeholder 4">
            <a:extLst>
              <a:ext uri="{FF2B5EF4-FFF2-40B4-BE49-F238E27FC236}">
                <a16:creationId xmlns:a16="http://schemas.microsoft.com/office/drawing/2014/main" id="{84179A6F-FCC1-ACD4-88D9-16DCA1A4E43C}"/>
              </a:ext>
            </a:extLst>
          </p:cNvPr>
          <p:cNvSpPr>
            <a:spLocks noGrp="1"/>
          </p:cNvSpPr>
          <p:nvPr>
            <p:ph type="ftr" sz="quarter" idx="3"/>
          </p:nvPr>
        </p:nvSpPr>
        <p:spPr>
          <a:xfrm>
            <a:off x="8347492" y="33366426"/>
            <a:ext cx="8504992" cy="1916653"/>
          </a:xfrm>
          <a:prstGeom prst="rect">
            <a:avLst/>
          </a:prstGeom>
        </p:spPr>
        <p:txBody>
          <a:bodyPr vert="horz" lIns="91440" tIns="45720" rIns="91440" bIns="45720" rtlCol="0" anchor="ctr"/>
          <a:lstStyle>
            <a:lvl1pPr algn="ctr">
              <a:defRPr sz="2480">
                <a:solidFill>
                  <a:schemeClr val="tx1">
                    <a:tint val="82000"/>
                  </a:schemeClr>
                </a:solidFill>
              </a:defRPr>
            </a:lvl1pPr>
          </a:lstStyle>
          <a:p>
            <a:endParaRPr lang="en-IL"/>
          </a:p>
        </p:txBody>
      </p:sp>
      <p:sp>
        <p:nvSpPr>
          <p:cNvPr id="6" name="Slide Number Placeholder 5">
            <a:extLst>
              <a:ext uri="{FF2B5EF4-FFF2-40B4-BE49-F238E27FC236}">
                <a16:creationId xmlns:a16="http://schemas.microsoft.com/office/drawing/2014/main" id="{08916CA6-F51B-32AF-A89D-CD21D492A828}"/>
              </a:ext>
            </a:extLst>
          </p:cNvPr>
          <p:cNvSpPr>
            <a:spLocks noGrp="1"/>
          </p:cNvSpPr>
          <p:nvPr>
            <p:ph type="sldNum" sz="quarter" idx="4"/>
          </p:nvPr>
        </p:nvSpPr>
        <p:spPr>
          <a:xfrm>
            <a:off x="17797483" y="33366426"/>
            <a:ext cx="5669994" cy="1916653"/>
          </a:xfrm>
          <a:prstGeom prst="rect">
            <a:avLst/>
          </a:prstGeom>
        </p:spPr>
        <p:txBody>
          <a:bodyPr vert="horz" lIns="91440" tIns="45720" rIns="91440" bIns="45720" rtlCol="0" anchor="ctr"/>
          <a:lstStyle>
            <a:lvl1pPr algn="r">
              <a:defRPr sz="2480">
                <a:solidFill>
                  <a:schemeClr val="tx1">
                    <a:tint val="82000"/>
                  </a:schemeClr>
                </a:solidFill>
              </a:defRPr>
            </a:lvl1pPr>
          </a:lstStyle>
          <a:p>
            <a:fld id="{AACD90E8-CB58-4D26-923A-3D80B3861966}" type="slidenum">
              <a:rPr lang="en-IL" smtClean="0"/>
              <a:t>‹#›</a:t>
            </a:fld>
            <a:endParaRPr lang="en-IL"/>
          </a:p>
        </p:txBody>
      </p:sp>
    </p:spTree>
    <p:extLst>
      <p:ext uri="{BB962C8B-B14F-4D97-AF65-F5344CB8AC3E}">
        <p14:creationId xmlns:p14="http://schemas.microsoft.com/office/powerpoint/2010/main" val="3976360429"/>
      </p:ext>
    </p:extLst>
  </p:cSld>
  <p:clrMap bg1="lt1" tx1="dk1" bg2="lt2" tx2="dk2" accent1="accent1" accent2="accent2" accent3="accent3" accent4="accent4" accent5="accent5" accent6="accent6" hlink="hlink" folHlink="folHlink"/>
  <p:sldLayoutIdLst>
    <p:sldLayoutId id="2147483702" r:id="rId1"/>
    <p:sldLayoutId id="2147483703" r:id="rId2"/>
    <p:sldLayoutId id="2147483704" r:id="rId3"/>
    <p:sldLayoutId id="2147483705" r:id="rId4"/>
    <p:sldLayoutId id="2147483706" r:id="rId5"/>
    <p:sldLayoutId id="2147483707" r:id="rId6"/>
    <p:sldLayoutId id="2147483708" r:id="rId7"/>
    <p:sldLayoutId id="2147483709" r:id="rId8"/>
    <p:sldLayoutId id="2147483710" r:id="rId9"/>
    <p:sldLayoutId id="2147483711" r:id="rId10"/>
    <p:sldLayoutId id="2147483712" r:id="rId11"/>
  </p:sldLayoutIdLst>
  <p:txStyles>
    <p:titleStyle>
      <a:lvl1pPr algn="l" defTabSz="1889973" rtl="0" eaLnBrk="1" latinLnBrk="0" hangingPunct="1">
        <a:lnSpc>
          <a:spcPct val="90000"/>
        </a:lnSpc>
        <a:spcBef>
          <a:spcPct val="0"/>
        </a:spcBef>
        <a:buNone/>
        <a:defRPr sz="9094" kern="1200">
          <a:solidFill>
            <a:schemeClr val="tx1"/>
          </a:solidFill>
          <a:latin typeface="+mj-lt"/>
          <a:ea typeface="+mj-ea"/>
          <a:cs typeface="+mj-cs"/>
        </a:defRPr>
      </a:lvl1pPr>
    </p:titleStyle>
    <p:bodyStyle>
      <a:lvl1pPr marL="472493" indent="-472493" algn="l" defTabSz="1889973" rtl="0" eaLnBrk="1" latinLnBrk="0" hangingPunct="1">
        <a:lnSpc>
          <a:spcPct val="90000"/>
        </a:lnSpc>
        <a:spcBef>
          <a:spcPts val="2067"/>
        </a:spcBef>
        <a:buFont typeface="Arial" panose="020B0604020202020204" pitchFamily="34" charset="0"/>
        <a:buChar char="•"/>
        <a:defRPr sz="5787" kern="1200">
          <a:solidFill>
            <a:schemeClr val="tx1"/>
          </a:solidFill>
          <a:latin typeface="+mn-lt"/>
          <a:ea typeface="+mn-ea"/>
          <a:cs typeface="+mn-cs"/>
        </a:defRPr>
      </a:lvl1pPr>
      <a:lvl2pPr marL="1417480" indent="-472493" algn="l" defTabSz="1889973" rtl="0" eaLnBrk="1" latinLnBrk="0" hangingPunct="1">
        <a:lnSpc>
          <a:spcPct val="90000"/>
        </a:lnSpc>
        <a:spcBef>
          <a:spcPts val="1033"/>
        </a:spcBef>
        <a:buFont typeface="Arial" panose="020B0604020202020204" pitchFamily="34" charset="0"/>
        <a:buChar char="•"/>
        <a:defRPr sz="4961" kern="1200">
          <a:solidFill>
            <a:schemeClr val="tx1"/>
          </a:solidFill>
          <a:latin typeface="+mn-lt"/>
          <a:ea typeface="+mn-ea"/>
          <a:cs typeface="+mn-cs"/>
        </a:defRPr>
      </a:lvl2pPr>
      <a:lvl3pPr marL="2362467" indent="-472493" algn="l" defTabSz="1889973" rtl="0" eaLnBrk="1" latinLnBrk="0" hangingPunct="1">
        <a:lnSpc>
          <a:spcPct val="90000"/>
        </a:lnSpc>
        <a:spcBef>
          <a:spcPts val="1033"/>
        </a:spcBef>
        <a:buFont typeface="Arial" panose="020B0604020202020204" pitchFamily="34" charset="0"/>
        <a:buChar char="•"/>
        <a:defRPr sz="4134" kern="1200">
          <a:solidFill>
            <a:schemeClr val="tx1"/>
          </a:solidFill>
          <a:latin typeface="+mn-lt"/>
          <a:ea typeface="+mn-ea"/>
          <a:cs typeface="+mn-cs"/>
        </a:defRPr>
      </a:lvl3pPr>
      <a:lvl4pPr marL="3307453" indent="-472493" algn="l" defTabSz="1889973" rtl="0" eaLnBrk="1" latinLnBrk="0" hangingPunct="1">
        <a:lnSpc>
          <a:spcPct val="90000"/>
        </a:lnSpc>
        <a:spcBef>
          <a:spcPts val="1033"/>
        </a:spcBef>
        <a:buFont typeface="Arial" panose="020B0604020202020204" pitchFamily="34" charset="0"/>
        <a:buChar char="•"/>
        <a:defRPr sz="3720" kern="1200">
          <a:solidFill>
            <a:schemeClr val="tx1"/>
          </a:solidFill>
          <a:latin typeface="+mn-lt"/>
          <a:ea typeface="+mn-ea"/>
          <a:cs typeface="+mn-cs"/>
        </a:defRPr>
      </a:lvl4pPr>
      <a:lvl5pPr marL="4252440" indent="-472493" algn="l" defTabSz="1889973" rtl="0" eaLnBrk="1" latinLnBrk="0" hangingPunct="1">
        <a:lnSpc>
          <a:spcPct val="90000"/>
        </a:lnSpc>
        <a:spcBef>
          <a:spcPts val="1033"/>
        </a:spcBef>
        <a:buFont typeface="Arial" panose="020B0604020202020204" pitchFamily="34" charset="0"/>
        <a:buChar char="•"/>
        <a:defRPr sz="3720" kern="1200">
          <a:solidFill>
            <a:schemeClr val="tx1"/>
          </a:solidFill>
          <a:latin typeface="+mn-lt"/>
          <a:ea typeface="+mn-ea"/>
          <a:cs typeface="+mn-cs"/>
        </a:defRPr>
      </a:lvl5pPr>
      <a:lvl6pPr marL="5197427" indent="-472493" algn="l" defTabSz="1889973" rtl="0" eaLnBrk="1" latinLnBrk="0" hangingPunct="1">
        <a:lnSpc>
          <a:spcPct val="90000"/>
        </a:lnSpc>
        <a:spcBef>
          <a:spcPts val="1033"/>
        </a:spcBef>
        <a:buFont typeface="Arial" panose="020B0604020202020204" pitchFamily="34" charset="0"/>
        <a:buChar char="•"/>
        <a:defRPr sz="3720" kern="1200">
          <a:solidFill>
            <a:schemeClr val="tx1"/>
          </a:solidFill>
          <a:latin typeface="+mn-lt"/>
          <a:ea typeface="+mn-ea"/>
          <a:cs typeface="+mn-cs"/>
        </a:defRPr>
      </a:lvl6pPr>
      <a:lvl7pPr marL="6142413" indent="-472493" algn="l" defTabSz="1889973" rtl="0" eaLnBrk="1" latinLnBrk="0" hangingPunct="1">
        <a:lnSpc>
          <a:spcPct val="90000"/>
        </a:lnSpc>
        <a:spcBef>
          <a:spcPts val="1033"/>
        </a:spcBef>
        <a:buFont typeface="Arial" panose="020B0604020202020204" pitchFamily="34" charset="0"/>
        <a:buChar char="•"/>
        <a:defRPr sz="3720" kern="1200">
          <a:solidFill>
            <a:schemeClr val="tx1"/>
          </a:solidFill>
          <a:latin typeface="+mn-lt"/>
          <a:ea typeface="+mn-ea"/>
          <a:cs typeface="+mn-cs"/>
        </a:defRPr>
      </a:lvl7pPr>
      <a:lvl8pPr marL="7087400" indent="-472493" algn="l" defTabSz="1889973" rtl="0" eaLnBrk="1" latinLnBrk="0" hangingPunct="1">
        <a:lnSpc>
          <a:spcPct val="90000"/>
        </a:lnSpc>
        <a:spcBef>
          <a:spcPts val="1033"/>
        </a:spcBef>
        <a:buFont typeface="Arial" panose="020B0604020202020204" pitchFamily="34" charset="0"/>
        <a:buChar char="•"/>
        <a:defRPr sz="3720" kern="1200">
          <a:solidFill>
            <a:schemeClr val="tx1"/>
          </a:solidFill>
          <a:latin typeface="+mn-lt"/>
          <a:ea typeface="+mn-ea"/>
          <a:cs typeface="+mn-cs"/>
        </a:defRPr>
      </a:lvl8pPr>
      <a:lvl9pPr marL="8032387" indent="-472493" algn="l" defTabSz="1889973" rtl="0" eaLnBrk="1" latinLnBrk="0" hangingPunct="1">
        <a:lnSpc>
          <a:spcPct val="90000"/>
        </a:lnSpc>
        <a:spcBef>
          <a:spcPts val="1033"/>
        </a:spcBef>
        <a:buFont typeface="Arial" panose="020B0604020202020204" pitchFamily="34" charset="0"/>
        <a:buChar char="•"/>
        <a:defRPr sz="3720" kern="1200">
          <a:solidFill>
            <a:schemeClr val="tx1"/>
          </a:solidFill>
          <a:latin typeface="+mn-lt"/>
          <a:ea typeface="+mn-ea"/>
          <a:cs typeface="+mn-cs"/>
        </a:defRPr>
      </a:lvl9pPr>
    </p:bodyStyle>
    <p:otherStyle>
      <a:defPPr>
        <a:defRPr lang="en-IL"/>
      </a:defPPr>
      <a:lvl1pPr marL="0" algn="l" defTabSz="1889973" rtl="0" eaLnBrk="1" latinLnBrk="0" hangingPunct="1">
        <a:defRPr sz="3720" kern="1200">
          <a:solidFill>
            <a:schemeClr val="tx1"/>
          </a:solidFill>
          <a:latin typeface="+mn-lt"/>
          <a:ea typeface="+mn-ea"/>
          <a:cs typeface="+mn-cs"/>
        </a:defRPr>
      </a:lvl1pPr>
      <a:lvl2pPr marL="944987" algn="l" defTabSz="1889973" rtl="0" eaLnBrk="1" latinLnBrk="0" hangingPunct="1">
        <a:defRPr sz="3720" kern="1200">
          <a:solidFill>
            <a:schemeClr val="tx1"/>
          </a:solidFill>
          <a:latin typeface="+mn-lt"/>
          <a:ea typeface="+mn-ea"/>
          <a:cs typeface="+mn-cs"/>
        </a:defRPr>
      </a:lvl2pPr>
      <a:lvl3pPr marL="1889973" algn="l" defTabSz="1889973" rtl="0" eaLnBrk="1" latinLnBrk="0" hangingPunct="1">
        <a:defRPr sz="3720" kern="1200">
          <a:solidFill>
            <a:schemeClr val="tx1"/>
          </a:solidFill>
          <a:latin typeface="+mn-lt"/>
          <a:ea typeface="+mn-ea"/>
          <a:cs typeface="+mn-cs"/>
        </a:defRPr>
      </a:lvl3pPr>
      <a:lvl4pPr marL="2834960" algn="l" defTabSz="1889973" rtl="0" eaLnBrk="1" latinLnBrk="0" hangingPunct="1">
        <a:defRPr sz="3720" kern="1200">
          <a:solidFill>
            <a:schemeClr val="tx1"/>
          </a:solidFill>
          <a:latin typeface="+mn-lt"/>
          <a:ea typeface="+mn-ea"/>
          <a:cs typeface="+mn-cs"/>
        </a:defRPr>
      </a:lvl4pPr>
      <a:lvl5pPr marL="3779947" algn="l" defTabSz="1889973" rtl="0" eaLnBrk="1" latinLnBrk="0" hangingPunct="1">
        <a:defRPr sz="3720" kern="1200">
          <a:solidFill>
            <a:schemeClr val="tx1"/>
          </a:solidFill>
          <a:latin typeface="+mn-lt"/>
          <a:ea typeface="+mn-ea"/>
          <a:cs typeface="+mn-cs"/>
        </a:defRPr>
      </a:lvl5pPr>
      <a:lvl6pPr marL="4724933" algn="l" defTabSz="1889973" rtl="0" eaLnBrk="1" latinLnBrk="0" hangingPunct="1">
        <a:defRPr sz="3720" kern="1200">
          <a:solidFill>
            <a:schemeClr val="tx1"/>
          </a:solidFill>
          <a:latin typeface="+mn-lt"/>
          <a:ea typeface="+mn-ea"/>
          <a:cs typeface="+mn-cs"/>
        </a:defRPr>
      </a:lvl6pPr>
      <a:lvl7pPr marL="5669920" algn="l" defTabSz="1889973" rtl="0" eaLnBrk="1" latinLnBrk="0" hangingPunct="1">
        <a:defRPr sz="3720" kern="1200">
          <a:solidFill>
            <a:schemeClr val="tx1"/>
          </a:solidFill>
          <a:latin typeface="+mn-lt"/>
          <a:ea typeface="+mn-ea"/>
          <a:cs typeface="+mn-cs"/>
        </a:defRPr>
      </a:lvl7pPr>
      <a:lvl8pPr marL="6614907" algn="l" defTabSz="1889973" rtl="0" eaLnBrk="1" latinLnBrk="0" hangingPunct="1">
        <a:defRPr sz="3720" kern="1200">
          <a:solidFill>
            <a:schemeClr val="tx1"/>
          </a:solidFill>
          <a:latin typeface="+mn-lt"/>
          <a:ea typeface="+mn-ea"/>
          <a:cs typeface="+mn-cs"/>
        </a:defRPr>
      </a:lvl8pPr>
      <a:lvl9pPr marL="7559893" algn="l" defTabSz="1889973" rtl="0" eaLnBrk="1" latinLnBrk="0" hangingPunct="1">
        <a:defRPr sz="372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1.xml"/><Relationship Id="rId5" Type="http://schemas.openxmlformats.org/officeDocument/2006/relationships/image" Target="../media/image3.png"/><Relationship Id="rId4" Type="http://schemas.openxmlformats.org/officeDocument/2006/relationships/image" Target="../media/image2.png"/></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tx2">
            <a:lumMod val="25000"/>
            <a:lumOff val="75000"/>
          </a:schemeClr>
        </a:solidFill>
        <a:effectLst/>
      </p:bgPr>
    </p:bg>
    <p:spTree>
      <p:nvGrpSpPr>
        <p:cNvPr id="1" name=""/>
        <p:cNvGrpSpPr/>
        <p:nvPr/>
      </p:nvGrpSpPr>
      <p:grpSpPr>
        <a:xfrm>
          <a:off x="0" y="0"/>
          <a:ext cx="0" cy="0"/>
          <a:chOff x="0" y="0"/>
          <a:chExt cx="0" cy="0"/>
        </a:xfrm>
      </p:grpSpPr>
      <p:sp>
        <p:nvSpPr>
          <p:cNvPr id="4" name="Rectangle 3">
            <a:extLst>
              <a:ext uri="{FF2B5EF4-FFF2-40B4-BE49-F238E27FC236}">
                <a16:creationId xmlns:a16="http://schemas.microsoft.com/office/drawing/2014/main" id="{B7B08A53-3DA5-F408-D966-30E865FCD796}"/>
              </a:ext>
            </a:extLst>
          </p:cNvPr>
          <p:cNvSpPr/>
          <p:nvPr/>
        </p:nvSpPr>
        <p:spPr>
          <a:xfrm>
            <a:off x="0" y="0"/>
            <a:ext cx="25199975" cy="5287408"/>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L" sz="16600" dirty="0"/>
          </a:p>
        </p:txBody>
      </p:sp>
      <p:pic>
        <p:nvPicPr>
          <p:cNvPr id="6" name="Picture 5">
            <a:extLst>
              <a:ext uri="{FF2B5EF4-FFF2-40B4-BE49-F238E27FC236}">
                <a16:creationId xmlns:a16="http://schemas.microsoft.com/office/drawing/2014/main" id="{44799559-630F-185B-43D6-1FBB328FEE80}"/>
              </a:ext>
            </a:extLst>
          </p:cNvPr>
          <p:cNvPicPr>
            <a:picLocks noChangeAspect="1"/>
          </p:cNvPicPr>
          <p:nvPr/>
        </p:nvPicPr>
        <p:blipFill>
          <a:blip r:embed="rId3"/>
          <a:stretch>
            <a:fillRect/>
          </a:stretch>
        </p:blipFill>
        <p:spPr>
          <a:xfrm>
            <a:off x="19772329" y="961931"/>
            <a:ext cx="5247816" cy="3797205"/>
          </a:xfrm>
          <a:prstGeom prst="rect">
            <a:avLst/>
          </a:prstGeom>
        </p:spPr>
      </p:pic>
      <p:sp>
        <p:nvSpPr>
          <p:cNvPr id="7" name="TextBox 6">
            <a:extLst>
              <a:ext uri="{FF2B5EF4-FFF2-40B4-BE49-F238E27FC236}">
                <a16:creationId xmlns:a16="http://schemas.microsoft.com/office/drawing/2014/main" id="{D243D2B1-2DF3-8C62-FBAC-017CC0A5591E}"/>
              </a:ext>
            </a:extLst>
          </p:cNvPr>
          <p:cNvSpPr txBox="1"/>
          <p:nvPr/>
        </p:nvSpPr>
        <p:spPr>
          <a:xfrm>
            <a:off x="7040640" y="122023"/>
            <a:ext cx="12767477" cy="2492990"/>
          </a:xfrm>
          <a:prstGeom prst="rect">
            <a:avLst/>
          </a:prstGeom>
          <a:noFill/>
        </p:spPr>
        <p:txBody>
          <a:bodyPr wrap="square" rtlCol="0">
            <a:spAutoFit/>
          </a:bodyPr>
          <a:lstStyle/>
          <a:p>
            <a:r>
              <a:rPr lang="en-US" sz="7800" dirty="0">
                <a:solidFill>
                  <a:schemeClr val="bg1"/>
                </a:solidFill>
              </a:rPr>
              <a:t>Robotic Dog Navigator for the Visually Impaired  People</a:t>
            </a:r>
            <a:endParaRPr lang="en-IL" sz="7800" dirty="0">
              <a:solidFill>
                <a:schemeClr val="bg1"/>
              </a:solidFill>
            </a:endParaRPr>
          </a:p>
        </p:txBody>
      </p:sp>
      <p:cxnSp>
        <p:nvCxnSpPr>
          <p:cNvPr id="9" name="Straight Connector 8">
            <a:extLst>
              <a:ext uri="{FF2B5EF4-FFF2-40B4-BE49-F238E27FC236}">
                <a16:creationId xmlns:a16="http://schemas.microsoft.com/office/drawing/2014/main" id="{F4B9D106-7A46-6D73-C41F-CC560CE25C71}"/>
              </a:ext>
            </a:extLst>
          </p:cNvPr>
          <p:cNvCxnSpPr>
            <a:cxnSpLocks/>
          </p:cNvCxnSpPr>
          <p:nvPr/>
        </p:nvCxnSpPr>
        <p:spPr>
          <a:xfrm>
            <a:off x="5113412" y="-13341"/>
            <a:ext cx="0" cy="5300749"/>
          </a:xfrm>
          <a:prstGeom prst="line">
            <a:avLst/>
          </a:prstGeom>
        </p:spPr>
        <p:style>
          <a:lnRef idx="3">
            <a:schemeClr val="accent4"/>
          </a:lnRef>
          <a:fillRef idx="0">
            <a:schemeClr val="accent4"/>
          </a:fillRef>
          <a:effectRef idx="2">
            <a:schemeClr val="accent4"/>
          </a:effectRef>
          <a:fontRef idx="minor">
            <a:schemeClr val="tx1"/>
          </a:fontRef>
        </p:style>
      </p:cxnSp>
      <p:cxnSp>
        <p:nvCxnSpPr>
          <p:cNvPr id="11" name="Straight Connector 10">
            <a:extLst>
              <a:ext uri="{FF2B5EF4-FFF2-40B4-BE49-F238E27FC236}">
                <a16:creationId xmlns:a16="http://schemas.microsoft.com/office/drawing/2014/main" id="{F9A1F866-3EE8-610A-40D1-139D5E2A1841}"/>
              </a:ext>
            </a:extLst>
          </p:cNvPr>
          <p:cNvCxnSpPr>
            <a:cxnSpLocks/>
          </p:cNvCxnSpPr>
          <p:nvPr/>
        </p:nvCxnSpPr>
        <p:spPr>
          <a:xfrm flipH="1">
            <a:off x="-1" y="2615909"/>
            <a:ext cx="5113412" cy="0"/>
          </a:xfrm>
          <a:prstGeom prst="line">
            <a:avLst/>
          </a:prstGeom>
        </p:spPr>
        <p:style>
          <a:lnRef idx="2">
            <a:schemeClr val="accent4"/>
          </a:lnRef>
          <a:fillRef idx="0">
            <a:schemeClr val="accent4"/>
          </a:fillRef>
          <a:effectRef idx="1">
            <a:schemeClr val="accent4"/>
          </a:effectRef>
          <a:fontRef idx="minor">
            <a:schemeClr val="tx1"/>
          </a:fontRef>
        </p:style>
      </p:cxnSp>
      <p:sp>
        <p:nvSpPr>
          <p:cNvPr id="15" name="TextBox 14">
            <a:extLst>
              <a:ext uri="{FF2B5EF4-FFF2-40B4-BE49-F238E27FC236}">
                <a16:creationId xmlns:a16="http://schemas.microsoft.com/office/drawing/2014/main" id="{6A270572-BB0F-03C6-750B-6FF3B9E14256}"/>
              </a:ext>
            </a:extLst>
          </p:cNvPr>
          <p:cNvSpPr txBox="1"/>
          <p:nvPr/>
        </p:nvSpPr>
        <p:spPr>
          <a:xfrm>
            <a:off x="-378996" y="663401"/>
            <a:ext cx="5871401" cy="1323439"/>
          </a:xfrm>
          <a:prstGeom prst="rect">
            <a:avLst/>
          </a:prstGeom>
          <a:noFill/>
        </p:spPr>
        <p:txBody>
          <a:bodyPr wrap="square" rtlCol="0">
            <a:spAutoFit/>
          </a:bodyPr>
          <a:lstStyle/>
          <a:p>
            <a:pPr algn="ctr"/>
            <a:r>
              <a:rPr lang="en-US" sz="4000" dirty="0">
                <a:solidFill>
                  <a:schemeClr val="bg1"/>
                </a:solidFill>
              </a:rPr>
              <a:t>Human and Robot Interaction (HRI)</a:t>
            </a:r>
            <a:endParaRPr lang="en-IL" sz="4000" dirty="0">
              <a:solidFill>
                <a:schemeClr val="bg1"/>
              </a:solidFill>
            </a:endParaRPr>
          </a:p>
        </p:txBody>
      </p:sp>
      <p:sp>
        <p:nvSpPr>
          <p:cNvPr id="16" name="TextBox 15">
            <a:extLst>
              <a:ext uri="{FF2B5EF4-FFF2-40B4-BE49-F238E27FC236}">
                <a16:creationId xmlns:a16="http://schemas.microsoft.com/office/drawing/2014/main" id="{A89D2B26-D58E-6694-BAED-674C4016D5D6}"/>
              </a:ext>
            </a:extLst>
          </p:cNvPr>
          <p:cNvSpPr txBox="1"/>
          <p:nvPr/>
        </p:nvSpPr>
        <p:spPr>
          <a:xfrm>
            <a:off x="916277" y="3517893"/>
            <a:ext cx="3190938" cy="923330"/>
          </a:xfrm>
          <a:prstGeom prst="rect">
            <a:avLst/>
          </a:prstGeom>
          <a:noFill/>
        </p:spPr>
        <p:txBody>
          <a:bodyPr wrap="none" rtlCol="0">
            <a:spAutoFit/>
          </a:bodyPr>
          <a:lstStyle/>
          <a:p>
            <a:r>
              <a:rPr lang="en-US" sz="5400" dirty="0">
                <a:solidFill>
                  <a:schemeClr val="bg1"/>
                </a:solidFill>
              </a:rPr>
              <a:t>Idan Tobis</a:t>
            </a:r>
            <a:endParaRPr lang="en-IL" sz="5400" dirty="0">
              <a:solidFill>
                <a:schemeClr val="bg1"/>
              </a:solidFill>
            </a:endParaRPr>
          </a:p>
        </p:txBody>
      </p:sp>
      <p:sp>
        <p:nvSpPr>
          <p:cNvPr id="17" name="TextBox 16">
            <a:extLst>
              <a:ext uri="{FF2B5EF4-FFF2-40B4-BE49-F238E27FC236}">
                <a16:creationId xmlns:a16="http://schemas.microsoft.com/office/drawing/2014/main" id="{0796898D-FAD9-07FC-5CB9-17284D59CBFB}"/>
              </a:ext>
            </a:extLst>
          </p:cNvPr>
          <p:cNvSpPr txBox="1"/>
          <p:nvPr/>
        </p:nvSpPr>
        <p:spPr>
          <a:xfrm>
            <a:off x="7359300" y="2873875"/>
            <a:ext cx="10167142" cy="923330"/>
          </a:xfrm>
          <a:prstGeom prst="rect">
            <a:avLst/>
          </a:prstGeom>
          <a:noFill/>
        </p:spPr>
        <p:txBody>
          <a:bodyPr wrap="none" rtlCol="0">
            <a:spAutoFit/>
          </a:bodyPr>
          <a:lstStyle/>
          <a:p>
            <a:r>
              <a:rPr lang="en-US" sz="5400" dirty="0">
                <a:solidFill>
                  <a:schemeClr val="bg1"/>
                </a:solidFill>
              </a:rPr>
              <a:t>Nathan Beer and Tomer </a:t>
            </a:r>
            <a:r>
              <a:rPr lang="en-US" sz="5400" dirty="0" err="1">
                <a:solidFill>
                  <a:schemeClr val="bg1"/>
                </a:solidFill>
              </a:rPr>
              <a:t>Bengayev</a:t>
            </a:r>
            <a:endParaRPr lang="en-IL" sz="5400" dirty="0">
              <a:solidFill>
                <a:schemeClr val="bg1"/>
              </a:solidFill>
            </a:endParaRPr>
          </a:p>
        </p:txBody>
      </p:sp>
      <p:sp>
        <p:nvSpPr>
          <p:cNvPr id="18" name="TextBox 17">
            <a:extLst>
              <a:ext uri="{FF2B5EF4-FFF2-40B4-BE49-F238E27FC236}">
                <a16:creationId xmlns:a16="http://schemas.microsoft.com/office/drawing/2014/main" id="{C269C049-7B5E-9F70-76E9-9B3D1C1BDDAF}"/>
              </a:ext>
            </a:extLst>
          </p:cNvPr>
          <p:cNvSpPr txBox="1"/>
          <p:nvPr/>
        </p:nvSpPr>
        <p:spPr>
          <a:xfrm>
            <a:off x="9950412" y="3904169"/>
            <a:ext cx="5299143" cy="707886"/>
          </a:xfrm>
          <a:prstGeom prst="rect">
            <a:avLst/>
          </a:prstGeom>
          <a:noFill/>
        </p:spPr>
        <p:txBody>
          <a:bodyPr wrap="none" rtlCol="0">
            <a:spAutoFit/>
          </a:bodyPr>
          <a:lstStyle/>
          <a:p>
            <a:r>
              <a:rPr lang="en-US" sz="4000" dirty="0">
                <a:solidFill>
                  <a:schemeClr val="bg1"/>
                </a:solidFill>
              </a:rPr>
              <a:t>2026 Semester B </a:t>
            </a:r>
            <a:r>
              <a:rPr lang="he-IL" sz="4000" dirty="0">
                <a:solidFill>
                  <a:schemeClr val="bg1"/>
                </a:solidFill>
              </a:rPr>
              <a:t>תשפ"ו</a:t>
            </a:r>
            <a:endParaRPr lang="en-IL" sz="4000" dirty="0">
              <a:solidFill>
                <a:schemeClr val="bg1"/>
              </a:solidFill>
            </a:endParaRPr>
          </a:p>
        </p:txBody>
      </p:sp>
      <p:grpSp>
        <p:nvGrpSpPr>
          <p:cNvPr id="62" name="Group 61">
            <a:extLst>
              <a:ext uri="{FF2B5EF4-FFF2-40B4-BE49-F238E27FC236}">
                <a16:creationId xmlns:a16="http://schemas.microsoft.com/office/drawing/2014/main" id="{79F89736-1BB9-C914-8CEE-393AACCFDEC1}"/>
              </a:ext>
            </a:extLst>
          </p:cNvPr>
          <p:cNvGrpSpPr/>
          <p:nvPr/>
        </p:nvGrpSpPr>
        <p:grpSpPr>
          <a:xfrm>
            <a:off x="0" y="5497567"/>
            <a:ext cx="8299132" cy="11266721"/>
            <a:chOff x="113056" y="4388209"/>
            <a:chExt cx="8299132" cy="12031579"/>
          </a:xfrm>
        </p:grpSpPr>
        <p:sp>
          <p:nvSpPr>
            <p:cNvPr id="19" name="Rectangle: Rounded Corners 18">
              <a:extLst>
                <a:ext uri="{FF2B5EF4-FFF2-40B4-BE49-F238E27FC236}">
                  <a16:creationId xmlns:a16="http://schemas.microsoft.com/office/drawing/2014/main" id="{11AA5DBF-3458-E135-060B-F73D5612C74C}"/>
                </a:ext>
              </a:extLst>
            </p:cNvPr>
            <p:cNvSpPr/>
            <p:nvPr/>
          </p:nvSpPr>
          <p:spPr>
            <a:xfrm>
              <a:off x="113056" y="4388209"/>
              <a:ext cx="8299132" cy="12031579"/>
            </a:xfrm>
            <a:prstGeom prst="round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L"/>
            </a:p>
          </p:txBody>
        </p:sp>
        <p:cxnSp>
          <p:nvCxnSpPr>
            <p:cNvPr id="21" name="Straight Connector 20">
              <a:extLst>
                <a:ext uri="{FF2B5EF4-FFF2-40B4-BE49-F238E27FC236}">
                  <a16:creationId xmlns:a16="http://schemas.microsoft.com/office/drawing/2014/main" id="{A428AA74-FD68-FF28-4BFA-BC1733742E63}"/>
                </a:ext>
              </a:extLst>
            </p:cNvPr>
            <p:cNvCxnSpPr>
              <a:cxnSpLocks/>
            </p:cNvCxnSpPr>
            <p:nvPr/>
          </p:nvCxnSpPr>
          <p:spPr>
            <a:xfrm flipV="1">
              <a:off x="187667" y="5947521"/>
              <a:ext cx="8224521" cy="28357"/>
            </a:xfrm>
            <a:prstGeom prst="line">
              <a:avLst/>
            </a:prstGeom>
          </p:spPr>
          <p:style>
            <a:lnRef idx="3">
              <a:schemeClr val="accent4"/>
            </a:lnRef>
            <a:fillRef idx="0">
              <a:schemeClr val="accent4"/>
            </a:fillRef>
            <a:effectRef idx="2">
              <a:schemeClr val="accent4"/>
            </a:effectRef>
            <a:fontRef idx="minor">
              <a:schemeClr val="tx1"/>
            </a:fontRef>
          </p:style>
        </p:cxnSp>
        <p:sp>
          <p:nvSpPr>
            <p:cNvPr id="23" name="TextBox 22">
              <a:extLst>
                <a:ext uri="{FF2B5EF4-FFF2-40B4-BE49-F238E27FC236}">
                  <a16:creationId xmlns:a16="http://schemas.microsoft.com/office/drawing/2014/main" id="{3EDBB772-1EE1-572C-ADA9-E5A4E5D7B7A9}"/>
                </a:ext>
              </a:extLst>
            </p:cNvPr>
            <p:cNvSpPr txBox="1"/>
            <p:nvPr/>
          </p:nvSpPr>
          <p:spPr>
            <a:xfrm>
              <a:off x="2212894" y="4635777"/>
              <a:ext cx="4099456" cy="923330"/>
            </a:xfrm>
            <a:prstGeom prst="rect">
              <a:avLst/>
            </a:prstGeom>
            <a:noFill/>
          </p:spPr>
          <p:txBody>
            <a:bodyPr wrap="none" rtlCol="0">
              <a:spAutoFit/>
            </a:bodyPr>
            <a:lstStyle/>
            <a:p>
              <a:r>
                <a:rPr lang="en-US" sz="5400" b="1" dirty="0">
                  <a:solidFill>
                    <a:schemeClr val="bg1"/>
                  </a:solidFill>
                </a:rPr>
                <a:t>Introduction</a:t>
              </a:r>
              <a:endParaRPr lang="en-IL" sz="5400" b="1" dirty="0">
                <a:solidFill>
                  <a:schemeClr val="bg1"/>
                </a:solidFill>
              </a:endParaRPr>
            </a:p>
          </p:txBody>
        </p:sp>
        <p:sp>
          <p:nvSpPr>
            <p:cNvPr id="25" name="TextBox 24">
              <a:extLst>
                <a:ext uri="{FF2B5EF4-FFF2-40B4-BE49-F238E27FC236}">
                  <a16:creationId xmlns:a16="http://schemas.microsoft.com/office/drawing/2014/main" id="{60F3D45B-283D-EA5B-0E3E-44D31ED22E42}"/>
                </a:ext>
              </a:extLst>
            </p:cNvPr>
            <p:cNvSpPr txBox="1"/>
            <p:nvPr/>
          </p:nvSpPr>
          <p:spPr>
            <a:xfrm>
              <a:off x="467207" y="6386812"/>
              <a:ext cx="7590830" cy="9564310"/>
            </a:xfrm>
            <a:prstGeom prst="rect">
              <a:avLst/>
            </a:prstGeom>
            <a:noFill/>
          </p:spPr>
          <p:txBody>
            <a:bodyPr wrap="square" rtlCol="0">
              <a:spAutoFit/>
            </a:bodyPr>
            <a:lstStyle/>
            <a:p>
              <a:r>
                <a:rPr lang="en-US" sz="3600" b="1" dirty="0">
                  <a:solidFill>
                    <a:schemeClr val="bg1"/>
                  </a:solidFill>
                  <a:latin typeface="Arial" panose="020B0604020202020204" pitchFamily="34" charset="0"/>
                  <a:cs typeface="Arial" panose="020B0604020202020204" pitchFamily="34" charset="0"/>
                </a:rPr>
                <a:t>Motivation: </a:t>
              </a:r>
              <a:r>
                <a:rPr lang="en-US" sz="3600" dirty="0">
                  <a:solidFill>
                    <a:schemeClr val="bg1"/>
                  </a:solidFill>
                  <a:latin typeface="Arial" panose="020B0604020202020204" pitchFamily="34" charset="0"/>
                  <a:cs typeface="Arial" panose="020B0604020202020204" pitchFamily="34" charset="0"/>
                </a:rPr>
                <a:t>We wanted our project to be helpful for people with certain needs, and we were thinking of people with vision difficulties, there are that can help them navigate, but even that has some problems</a:t>
              </a:r>
            </a:p>
            <a:p>
              <a:pPr marL="571500" indent="-571500">
                <a:buFont typeface="Arial" panose="020B0604020202020204" pitchFamily="34" charset="0"/>
                <a:buChar char="•"/>
              </a:pPr>
              <a:r>
                <a:rPr lang="en-US" sz="3600" dirty="0">
                  <a:solidFill>
                    <a:schemeClr val="bg1"/>
                  </a:solidFill>
                  <a:latin typeface="Arial" panose="020B0604020202020204" pitchFamily="34" charset="0"/>
                  <a:cs typeface="Arial" panose="020B0604020202020204" pitchFamily="34" charset="0"/>
                </a:rPr>
                <a:t>Dogs need their time for sleep or eat</a:t>
              </a:r>
            </a:p>
            <a:p>
              <a:pPr marL="571500" indent="-571500">
                <a:buFont typeface="Arial" panose="020B0604020202020204" pitchFamily="34" charset="0"/>
                <a:buChar char="•"/>
              </a:pPr>
              <a:r>
                <a:rPr lang="en-US" sz="3600" dirty="0">
                  <a:solidFill>
                    <a:schemeClr val="bg1"/>
                  </a:solidFill>
                  <a:latin typeface="Arial" panose="020B0604020202020204" pitchFamily="34" charset="0"/>
                  <a:cs typeface="Arial" panose="020B0604020202020204" pitchFamily="34" charset="0"/>
                </a:rPr>
                <a:t>Dogs cost a lot of money</a:t>
              </a:r>
            </a:p>
            <a:p>
              <a:pPr marL="571500" indent="-571500">
                <a:buFont typeface="Arial" panose="020B0604020202020204" pitchFamily="34" charset="0"/>
                <a:buChar char="•"/>
              </a:pPr>
              <a:r>
                <a:rPr lang="en-US" sz="3600" dirty="0">
                  <a:solidFill>
                    <a:schemeClr val="bg1"/>
                  </a:solidFill>
                  <a:latin typeface="Arial" panose="020B0604020202020204" pitchFamily="34" charset="0"/>
                  <a:cs typeface="Arial" panose="020B0604020202020204" pitchFamily="34" charset="0"/>
                </a:rPr>
                <a:t>Not every person can keep a dog, either because of allergies or doesn’t know how to train it</a:t>
              </a:r>
            </a:p>
            <a:p>
              <a:r>
                <a:rPr lang="en-US" sz="3600" b="1" dirty="0">
                  <a:solidFill>
                    <a:schemeClr val="bg1"/>
                  </a:solidFill>
                  <a:latin typeface="Arial" panose="020B0604020202020204" pitchFamily="34" charset="0"/>
                  <a:cs typeface="Arial" panose="020B0604020202020204" pitchFamily="34" charset="0"/>
                </a:rPr>
                <a:t>Project Goal: </a:t>
              </a:r>
              <a:r>
                <a:rPr lang="en-US" sz="3600" dirty="0">
                  <a:solidFill>
                    <a:schemeClr val="bg1"/>
                  </a:solidFill>
                  <a:latin typeface="Arial" panose="020B0604020202020204" pitchFamily="34" charset="0"/>
                  <a:cs typeface="Arial" panose="020B0604020202020204" pitchFamily="34" charset="0"/>
                </a:rPr>
                <a:t>Develop a dog type robot that can solves these issues we presented and can help people with vision difficulties 24hrs a day.</a:t>
              </a:r>
              <a:endParaRPr lang="en-IL" sz="3600" b="1" dirty="0">
                <a:solidFill>
                  <a:schemeClr val="bg1"/>
                </a:solidFill>
                <a:latin typeface="Arial" panose="020B0604020202020204" pitchFamily="34" charset="0"/>
                <a:cs typeface="Arial" panose="020B0604020202020204" pitchFamily="34" charset="0"/>
              </a:endParaRPr>
            </a:p>
          </p:txBody>
        </p:sp>
      </p:grpSp>
      <p:pic>
        <p:nvPicPr>
          <p:cNvPr id="51" name="Picture 50">
            <a:extLst>
              <a:ext uri="{FF2B5EF4-FFF2-40B4-BE49-F238E27FC236}">
                <a16:creationId xmlns:a16="http://schemas.microsoft.com/office/drawing/2014/main" id="{7077F761-2F00-57F5-6126-47015BAEC20F}"/>
              </a:ext>
            </a:extLst>
          </p:cNvPr>
          <p:cNvPicPr>
            <a:picLocks noChangeAspect="1"/>
          </p:cNvPicPr>
          <p:nvPr/>
        </p:nvPicPr>
        <p:blipFill>
          <a:blip r:embed="rId4"/>
          <a:stretch>
            <a:fillRect/>
          </a:stretch>
        </p:blipFill>
        <p:spPr>
          <a:xfrm>
            <a:off x="15826382" y="18066735"/>
            <a:ext cx="8186436" cy="6089954"/>
          </a:xfrm>
          <a:prstGeom prst="roundRect">
            <a:avLst>
              <a:gd name="adj" fmla="val 16667"/>
            </a:avLst>
          </a:prstGeom>
          <a:ln>
            <a:noFill/>
          </a:ln>
          <a:effectLst>
            <a:outerShdw blurRad="76200" dist="38100" dir="7800000" algn="tl" rotWithShape="0">
              <a:srgbClr val="000000">
                <a:alpha val="40000"/>
              </a:srgbClr>
            </a:outerShdw>
          </a:effectLst>
          <a:scene3d>
            <a:camera prst="orthographicFront"/>
            <a:lightRig rig="contrasting" dir="t">
              <a:rot lat="0" lon="0" rev="4200000"/>
            </a:lightRig>
          </a:scene3d>
          <a:sp3d prstMaterial="plastic">
            <a:bevelT w="381000" h="114300" prst="relaxedInset"/>
            <a:contourClr>
              <a:srgbClr val="969696"/>
            </a:contourClr>
          </a:sp3d>
        </p:spPr>
      </p:pic>
      <p:grpSp>
        <p:nvGrpSpPr>
          <p:cNvPr id="57" name="Group 56">
            <a:extLst>
              <a:ext uri="{FF2B5EF4-FFF2-40B4-BE49-F238E27FC236}">
                <a16:creationId xmlns:a16="http://schemas.microsoft.com/office/drawing/2014/main" id="{9B4D4DBF-7460-FF5A-C75D-C02EF4E56AB7}"/>
              </a:ext>
            </a:extLst>
          </p:cNvPr>
          <p:cNvGrpSpPr/>
          <p:nvPr/>
        </p:nvGrpSpPr>
        <p:grpSpPr>
          <a:xfrm>
            <a:off x="92583" y="30942610"/>
            <a:ext cx="10095634" cy="4778407"/>
            <a:chOff x="34767" y="16758248"/>
            <a:chExt cx="16717495" cy="7589336"/>
          </a:xfrm>
        </p:grpSpPr>
        <p:sp>
          <p:nvSpPr>
            <p:cNvPr id="58" name="Rectangle: Rounded Corners 57">
              <a:extLst>
                <a:ext uri="{FF2B5EF4-FFF2-40B4-BE49-F238E27FC236}">
                  <a16:creationId xmlns:a16="http://schemas.microsoft.com/office/drawing/2014/main" id="{A307848C-3F5E-CD70-466E-74AF1FD9DF3B}"/>
                </a:ext>
              </a:extLst>
            </p:cNvPr>
            <p:cNvSpPr/>
            <p:nvPr/>
          </p:nvSpPr>
          <p:spPr>
            <a:xfrm>
              <a:off x="34767" y="16758248"/>
              <a:ext cx="16639207" cy="7589336"/>
            </a:xfrm>
            <a:prstGeom prst="round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L" dirty="0"/>
            </a:p>
          </p:txBody>
        </p:sp>
        <p:cxnSp>
          <p:nvCxnSpPr>
            <p:cNvPr id="59" name="Straight Connector 58">
              <a:extLst>
                <a:ext uri="{FF2B5EF4-FFF2-40B4-BE49-F238E27FC236}">
                  <a16:creationId xmlns:a16="http://schemas.microsoft.com/office/drawing/2014/main" id="{27FD88C4-662C-EE46-CBC1-0949318028F5}"/>
                </a:ext>
              </a:extLst>
            </p:cNvPr>
            <p:cNvCxnSpPr>
              <a:cxnSpLocks/>
            </p:cNvCxnSpPr>
            <p:nvPr/>
          </p:nvCxnSpPr>
          <p:spPr>
            <a:xfrm>
              <a:off x="182396" y="18513149"/>
              <a:ext cx="16569866" cy="0"/>
            </a:xfrm>
            <a:prstGeom prst="line">
              <a:avLst/>
            </a:prstGeom>
          </p:spPr>
          <p:style>
            <a:lnRef idx="3">
              <a:schemeClr val="accent4"/>
            </a:lnRef>
            <a:fillRef idx="0">
              <a:schemeClr val="accent4"/>
            </a:fillRef>
            <a:effectRef idx="2">
              <a:schemeClr val="accent4"/>
            </a:effectRef>
            <a:fontRef idx="minor">
              <a:schemeClr val="tx1"/>
            </a:fontRef>
          </p:style>
        </p:cxnSp>
        <p:sp>
          <p:nvSpPr>
            <p:cNvPr id="60" name="TextBox 59">
              <a:extLst>
                <a:ext uri="{FF2B5EF4-FFF2-40B4-BE49-F238E27FC236}">
                  <a16:creationId xmlns:a16="http://schemas.microsoft.com/office/drawing/2014/main" id="{2B19A0E7-45EC-A2B2-8FA8-4649ACF074C6}"/>
                </a:ext>
              </a:extLst>
            </p:cNvPr>
            <p:cNvSpPr txBox="1"/>
            <p:nvPr/>
          </p:nvSpPr>
          <p:spPr>
            <a:xfrm>
              <a:off x="5476330" y="17060036"/>
              <a:ext cx="6591491" cy="1466485"/>
            </a:xfrm>
            <a:prstGeom prst="rect">
              <a:avLst/>
            </a:prstGeom>
            <a:noFill/>
          </p:spPr>
          <p:txBody>
            <a:bodyPr wrap="none" rtlCol="0">
              <a:spAutoFit/>
            </a:bodyPr>
            <a:lstStyle/>
            <a:p>
              <a:r>
                <a:rPr lang="en-US" sz="5400" b="1" dirty="0">
                  <a:solidFill>
                    <a:schemeClr val="bg1"/>
                  </a:solidFill>
                </a:rPr>
                <a:t>Discussion</a:t>
              </a:r>
              <a:r>
                <a:rPr lang="en-US" sz="5400" dirty="0">
                  <a:solidFill>
                    <a:schemeClr val="bg1"/>
                  </a:solidFill>
                </a:rPr>
                <a:t>  </a:t>
              </a:r>
              <a:endParaRPr lang="en-IL" sz="5400" dirty="0">
                <a:solidFill>
                  <a:schemeClr val="bg1"/>
                </a:solidFill>
              </a:endParaRPr>
            </a:p>
          </p:txBody>
        </p:sp>
        <p:sp>
          <p:nvSpPr>
            <p:cNvPr id="61" name="TextBox 60">
              <a:extLst>
                <a:ext uri="{FF2B5EF4-FFF2-40B4-BE49-F238E27FC236}">
                  <a16:creationId xmlns:a16="http://schemas.microsoft.com/office/drawing/2014/main" id="{ECA393C0-5B44-33C4-886E-8CF7C0D3F295}"/>
                </a:ext>
              </a:extLst>
            </p:cNvPr>
            <p:cNvSpPr txBox="1"/>
            <p:nvPr/>
          </p:nvSpPr>
          <p:spPr>
            <a:xfrm>
              <a:off x="391133" y="19530820"/>
              <a:ext cx="16282841" cy="3666211"/>
            </a:xfrm>
            <a:prstGeom prst="rect">
              <a:avLst/>
            </a:prstGeom>
            <a:noFill/>
          </p:spPr>
          <p:txBody>
            <a:bodyPr wrap="square" rtlCol="0">
              <a:spAutoFit/>
            </a:bodyPr>
            <a:lstStyle/>
            <a:p>
              <a:r>
                <a:rPr lang="en-IL" sz="3600" dirty="0">
                  <a:solidFill>
                    <a:schemeClr val="bg1"/>
                  </a:solidFill>
                </a:rPr>
                <a:t>Due to development timeline constraints, final physical chassis integration is pending; however, the system is fully operational at the software level.</a:t>
              </a:r>
              <a:endParaRPr lang="en-GB" sz="3600" dirty="0">
                <a:solidFill>
                  <a:schemeClr val="bg1"/>
                </a:solidFill>
              </a:endParaRPr>
            </a:p>
          </p:txBody>
        </p:sp>
      </p:grpSp>
      <p:grpSp>
        <p:nvGrpSpPr>
          <p:cNvPr id="65" name="Group 64">
            <a:extLst>
              <a:ext uri="{FF2B5EF4-FFF2-40B4-BE49-F238E27FC236}">
                <a16:creationId xmlns:a16="http://schemas.microsoft.com/office/drawing/2014/main" id="{F9097C49-937A-B4C0-3685-89D0FC65D22B}"/>
              </a:ext>
            </a:extLst>
          </p:cNvPr>
          <p:cNvGrpSpPr/>
          <p:nvPr/>
        </p:nvGrpSpPr>
        <p:grpSpPr>
          <a:xfrm>
            <a:off x="10306717" y="30942610"/>
            <a:ext cx="14711522" cy="4778407"/>
            <a:chOff x="34767" y="16758248"/>
            <a:chExt cx="16717495" cy="7589336"/>
          </a:xfrm>
        </p:grpSpPr>
        <p:sp>
          <p:nvSpPr>
            <p:cNvPr id="66" name="Rectangle: Rounded Corners 65">
              <a:extLst>
                <a:ext uri="{FF2B5EF4-FFF2-40B4-BE49-F238E27FC236}">
                  <a16:creationId xmlns:a16="http://schemas.microsoft.com/office/drawing/2014/main" id="{7A329CB5-C055-6258-7595-CABF91913690}"/>
                </a:ext>
              </a:extLst>
            </p:cNvPr>
            <p:cNvSpPr/>
            <p:nvPr/>
          </p:nvSpPr>
          <p:spPr>
            <a:xfrm>
              <a:off x="34767" y="16758248"/>
              <a:ext cx="16639207" cy="7589336"/>
            </a:xfrm>
            <a:prstGeom prst="round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L" dirty="0"/>
            </a:p>
          </p:txBody>
        </p:sp>
        <p:cxnSp>
          <p:nvCxnSpPr>
            <p:cNvPr id="67" name="Straight Connector 66">
              <a:extLst>
                <a:ext uri="{FF2B5EF4-FFF2-40B4-BE49-F238E27FC236}">
                  <a16:creationId xmlns:a16="http://schemas.microsoft.com/office/drawing/2014/main" id="{76AACB63-4864-79DF-E775-276BC28C489F}"/>
                </a:ext>
              </a:extLst>
            </p:cNvPr>
            <p:cNvCxnSpPr>
              <a:cxnSpLocks/>
            </p:cNvCxnSpPr>
            <p:nvPr/>
          </p:nvCxnSpPr>
          <p:spPr>
            <a:xfrm>
              <a:off x="182396" y="18513149"/>
              <a:ext cx="16569866" cy="0"/>
            </a:xfrm>
            <a:prstGeom prst="line">
              <a:avLst/>
            </a:prstGeom>
          </p:spPr>
          <p:style>
            <a:lnRef idx="3">
              <a:schemeClr val="accent4"/>
            </a:lnRef>
            <a:fillRef idx="0">
              <a:schemeClr val="accent4"/>
            </a:fillRef>
            <a:effectRef idx="2">
              <a:schemeClr val="accent4"/>
            </a:effectRef>
            <a:fontRef idx="minor">
              <a:schemeClr val="tx1"/>
            </a:fontRef>
          </p:style>
        </p:cxnSp>
        <p:sp>
          <p:nvSpPr>
            <p:cNvPr id="68" name="TextBox 67">
              <a:extLst>
                <a:ext uri="{FF2B5EF4-FFF2-40B4-BE49-F238E27FC236}">
                  <a16:creationId xmlns:a16="http://schemas.microsoft.com/office/drawing/2014/main" id="{AD7FA730-12B8-F5C4-CFCC-1A7133AF9B2E}"/>
                </a:ext>
              </a:extLst>
            </p:cNvPr>
            <p:cNvSpPr txBox="1"/>
            <p:nvPr/>
          </p:nvSpPr>
          <p:spPr>
            <a:xfrm>
              <a:off x="6061490" y="16981106"/>
              <a:ext cx="4896914" cy="1466485"/>
            </a:xfrm>
            <a:prstGeom prst="rect">
              <a:avLst/>
            </a:prstGeom>
            <a:noFill/>
          </p:spPr>
          <p:txBody>
            <a:bodyPr wrap="none" rtlCol="0">
              <a:spAutoFit/>
            </a:bodyPr>
            <a:lstStyle/>
            <a:p>
              <a:r>
                <a:rPr lang="en-US" sz="5400" b="1" dirty="0">
                  <a:solidFill>
                    <a:schemeClr val="bg1"/>
                  </a:solidFill>
                </a:rPr>
                <a:t>Future Work  </a:t>
              </a:r>
              <a:endParaRPr lang="en-IL" sz="5400" b="1" dirty="0">
                <a:solidFill>
                  <a:schemeClr val="bg1"/>
                </a:solidFill>
              </a:endParaRPr>
            </a:p>
          </p:txBody>
        </p:sp>
        <p:sp>
          <p:nvSpPr>
            <p:cNvPr id="69" name="TextBox 68">
              <a:extLst>
                <a:ext uri="{FF2B5EF4-FFF2-40B4-BE49-F238E27FC236}">
                  <a16:creationId xmlns:a16="http://schemas.microsoft.com/office/drawing/2014/main" id="{6C538F69-336B-490A-F99D-D248CC6CAD77}"/>
                </a:ext>
              </a:extLst>
            </p:cNvPr>
            <p:cNvSpPr txBox="1"/>
            <p:nvPr/>
          </p:nvSpPr>
          <p:spPr>
            <a:xfrm>
              <a:off x="364010" y="18702075"/>
              <a:ext cx="16282841" cy="5425992"/>
            </a:xfrm>
            <a:prstGeom prst="rect">
              <a:avLst/>
            </a:prstGeom>
            <a:noFill/>
          </p:spPr>
          <p:txBody>
            <a:bodyPr wrap="square" rtlCol="0">
              <a:spAutoFit/>
            </a:bodyPr>
            <a:lstStyle/>
            <a:p>
              <a:r>
                <a:rPr lang="en-GB" sz="3600" dirty="0">
                  <a:solidFill>
                    <a:schemeClr val="bg1"/>
                  </a:solidFill>
                </a:rPr>
                <a:t>In future work, we could bring the user with the robot dog outside and make the robot navigate the person from place to place safely and finds the best routes, help the person cross the road,  get them to bus or train stations and tell them when to get on and when to get off. By all these features, the robot dog could be even more reliable and helpful than a normal dog.</a:t>
              </a:r>
            </a:p>
          </p:txBody>
        </p:sp>
      </p:grpSp>
      <p:grpSp>
        <p:nvGrpSpPr>
          <p:cNvPr id="165" name="Group 164">
            <a:extLst>
              <a:ext uri="{FF2B5EF4-FFF2-40B4-BE49-F238E27FC236}">
                <a16:creationId xmlns:a16="http://schemas.microsoft.com/office/drawing/2014/main" id="{3BA6D8F7-4C8F-3038-211A-98E2290A2A60}"/>
              </a:ext>
            </a:extLst>
          </p:cNvPr>
          <p:cNvGrpSpPr/>
          <p:nvPr/>
        </p:nvGrpSpPr>
        <p:grpSpPr>
          <a:xfrm>
            <a:off x="9033731" y="5558984"/>
            <a:ext cx="16512871" cy="11205304"/>
            <a:chOff x="8521331" y="3993481"/>
            <a:chExt cx="16829964" cy="9313441"/>
          </a:xfrm>
        </p:grpSpPr>
        <p:grpSp>
          <p:nvGrpSpPr>
            <p:cNvPr id="52" name="Group 51">
              <a:extLst>
                <a:ext uri="{FF2B5EF4-FFF2-40B4-BE49-F238E27FC236}">
                  <a16:creationId xmlns:a16="http://schemas.microsoft.com/office/drawing/2014/main" id="{33AB2C60-2069-839F-1A5D-87130C98FB8C}"/>
                </a:ext>
              </a:extLst>
            </p:cNvPr>
            <p:cNvGrpSpPr/>
            <p:nvPr/>
          </p:nvGrpSpPr>
          <p:grpSpPr>
            <a:xfrm>
              <a:off x="8521331" y="3993481"/>
              <a:ext cx="16688527" cy="9313441"/>
              <a:chOff x="113055" y="16845464"/>
              <a:chExt cx="16688527" cy="7589335"/>
            </a:xfrm>
          </p:grpSpPr>
          <p:sp>
            <p:nvSpPr>
              <p:cNvPr id="53" name="Rectangle: Rounded Corners 52">
                <a:extLst>
                  <a:ext uri="{FF2B5EF4-FFF2-40B4-BE49-F238E27FC236}">
                    <a16:creationId xmlns:a16="http://schemas.microsoft.com/office/drawing/2014/main" id="{E80FEE4F-9204-A400-B63E-2E4FC5655C62}"/>
                  </a:ext>
                </a:extLst>
              </p:cNvPr>
              <p:cNvSpPr/>
              <p:nvPr/>
            </p:nvSpPr>
            <p:spPr>
              <a:xfrm>
                <a:off x="113055" y="16845464"/>
                <a:ext cx="16639207" cy="7589335"/>
              </a:xfrm>
              <a:prstGeom prst="round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L" dirty="0"/>
              </a:p>
            </p:txBody>
          </p:sp>
          <p:cxnSp>
            <p:nvCxnSpPr>
              <p:cNvPr id="54" name="Straight Connector 53">
                <a:extLst>
                  <a:ext uri="{FF2B5EF4-FFF2-40B4-BE49-F238E27FC236}">
                    <a16:creationId xmlns:a16="http://schemas.microsoft.com/office/drawing/2014/main" id="{58CFA140-2094-BA1B-76B3-B9B57F2F8815}"/>
                  </a:ext>
                </a:extLst>
              </p:cNvPr>
              <p:cNvCxnSpPr>
                <a:cxnSpLocks/>
              </p:cNvCxnSpPr>
              <p:nvPr/>
            </p:nvCxnSpPr>
            <p:spPr>
              <a:xfrm>
                <a:off x="231716" y="17834783"/>
                <a:ext cx="16569866" cy="0"/>
              </a:xfrm>
              <a:prstGeom prst="line">
                <a:avLst/>
              </a:prstGeom>
            </p:spPr>
            <p:style>
              <a:lnRef idx="3">
                <a:schemeClr val="accent4"/>
              </a:lnRef>
              <a:fillRef idx="0">
                <a:schemeClr val="accent4"/>
              </a:fillRef>
              <a:effectRef idx="2">
                <a:schemeClr val="accent4"/>
              </a:effectRef>
              <a:fontRef idx="minor">
                <a:schemeClr val="tx1"/>
              </a:fontRef>
            </p:style>
          </p:cxnSp>
          <p:sp>
            <p:nvSpPr>
              <p:cNvPr id="55" name="TextBox 54">
                <a:extLst>
                  <a:ext uri="{FF2B5EF4-FFF2-40B4-BE49-F238E27FC236}">
                    <a16:creationId xmlns:a16="http://schemas.microsoft.com/office/drawing/2014/main" id="{BB16F435-67F3-5E26-2442-95F62466A5AA}"/>
                  </a:ext>
                </a:extLst>
              </p:cNvPr>
              <p:cNvSpPr txBox="1"/>
              <p:nvPr/>
            </p:nvSpPr>
            <p:spPr>
              <a:xfrm>
                <a:off x="6777779" y="17016348"/>
                <a:ext cx="2946640" cy="800765"/>
              </a:xfrm>
              <a:prstGeom prst="rect">
                <a:avLst/>
              </a:prstGeom>
              <a:noFill/>
            </p:spPr>
            <p:txBody>
              <a:bodyPr wrap="none" rtlCol="0">
                <a:spAutoFit/>
              </a:bodyPr>
              <a:lstStyle/>
              <a:p>
                <a:r>
                  <a:rPr lang="en-US" sz="5400" b="1" dirty="0">
                    <a:solidFill>
                      <a:schemeClr val="bg1"/>
                    </a:solidFill>
                  </a:rPr>
                  <a:t>Methods</a:t>
                </a:r>
                <a:endParaRPr lang="en-IL" sz="5400" b="1" dirty="0">
                  <a:solidFill>
                    <a:schemeClr val="bg1"/>
                  </a:solidFill>
                </a:endParaRPr>
              </a:p>
            </p:txBody>
          </p:sp>
          <p:sp>
            <p:nvSpPr>
              <p:cNvPr id="56" name="TextBox 55">
                <a:extLst>
                  <a:ext uri="{FF2B5EF4-FFF2-40B4-BE49-F238E27FC236}">
                    <a16:creationId xmlns:a16="http://schemas.microsoft.com/office/drawing/2014/main" id="{09F4F421-FEAC-6DC5-6016-E4BE82D0B453}"/>
                  </a:ext>
                </a:extLst>
              </p:cNvPr>
              <p:cNvSpPr txBox="1"/>
              <p:nvPr/>
            </p:nvSpPr>
            <p:spPr>
              <a:xfrm>
                <a:off x="411324" y="18015716"/>
                <a:ext cx="16282842" cy="722881"/>
              </a:xfrm>
              <a:prstGeom prst="rect">
                <a:avLst/>
              </a:prstGeom>
              <a:noFill/>
            </p:spPr>
            <p:txBody>
              <a:bodyPr wrap="square" rtlCol="0">
                <a:spAutoFit/>
              </a:bodyPr>
              <a:lstStyle/>
              <a:p>
                <a:endParaRPr lang="en-GB" sz="3600" dirty="0">
                  <a:solidFill>
                    <a:schemeClr val="bg1"/>
                  </a:solidFill>
                </a:endParaRPr>
              </a:p>
            </p:txBody>
          </p:sp>
        </p:grpSp>
        <p:sp>
          <p:nvSpPr>
            <p:cNvPr id="75" name="Rectangle 5">
              <a:extLst>
                <a:ext uri="{FF2B5EF4-FFF2-40B4-BE49-F238E27FC236}">
                  <a16:creationId xmlns:a16="http://schemas.microsoft.com/office/drawing/2014/main" id="{F2FD836E-3804-9396-61D1-7FBDA007304B}"/>
                </a:ext>
              </a:extLst>
            </p:cNvPr>
            <p:cNvSpPr>
              <a:spLocks noChangeArrowheads="1"/>
            </p:cNvSpPr>
            <p:nvPr/>
          </p:nvSpPr>
          <p:spPr bwMode="auto">
            <a:xfrm>
              <a:off x="8888845" y="5019243"/>
              <a:ext cx="16462450" cy="81746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Char char="•"/>
                <a:tabLst/>
              </a:pPr>
              <a:r>
                <a:rPr kumimoji="0" lang="en-IL" altLang="en-IL" sz="3600" b="1" i="0" u="none" strike="noStrike" cap="none" normalizeH="0" baseline="0" dirty="0">
                  <a:ln>
                    <a:noFill/>
                  </a:ln>
                  <a:solidFill>
                    <a:schemeClr val="bg1"/>
                  </a:solidFill>
                  <a:effectLst/>
                  <a:latin typeface="Arial" panose="020B0604020202020204" pitchFamily="34" charset="0"/>
                </a:rPr>
                <a:t>Object Detection:</a:t>
              </a:r>
              <a:r>
                <a:rPr kumimoji="0" lang="en-IL" altLang="en-IL" sz="3600" b="0" i="0" u="none" strike="noStrike" cap="none" normalizeH="0" baseline="0" dirty="0">
                  <a:ln>
                    <a:noFill/>
                  </a:ln>
                  <a:solidFill>
                    <a:schemeClr val="bg1"/>
                  </a:solidFill>
                  <a:effectLst/>
                  <a:latin typeface="Arial" panose="020B0604020202020204" pitchFamily="34" charset="0"/>
                </a:rPr>
                <a:t> Real-time identification using YOLO (You Only Look Once).</a:t>
              </a:r>
            </a:p>
            <a:p>
              <a:pPr marL="0" marR="0" lvl="0" indent="0" algn="l" defTabSz="914400" rtl="0" eaLnBrk="0" fontAlgn="base" latinLnBrk="0" hangingPunct="0">
                <a:lnSpc>
                  <a:spcPct val="100000"/>
                </a:lnSpc>
                <a:spcBef>
                  <a:spcPct val="0"/>
                </a:spcBef>
                <a:spcAft>
                  <a:spcPct val="0"/>
                </a:spcAft>
                <a:buClrTx/>
                <a:buSzTx/>
                <a:buFontTx/>
                <a:buChar char="•"/>
                <a:tabLst/>
              </a:pPr>
              <a:endParaRPr kumimoji="0" lang="en-US" altLang="en-IL" sz="3600" b="1" i="0" u="none" strike="noStrike" cap="none" normalizeH="0" baseline="0" dirty="0">
                <a:ln>
                  <a:noFill/>
                </a:ln>
                <a:solidFill>
                  <a:schemeClr val="bg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IL" altLang="en-IL" sz="3600" b="1" i="0" u="none" strike="noStrike" cap="none" normalizeH="0" baseline="0" dirty="0">
                  <a:ln>
                    <a:noFill/>
                  </a:ln>
                  <a:solidFill>
                    <a:schemeClr val="bg1"/>
                  </a:solidFill>
                  <a:effectLst/>
                  <a:latin typeface="Arial" panose="020B0604020202020204" pitchFamily="34" charset="0"/>
                </a:rPr>
                <a:t>Image Processing:</a:t>
              </a:r>
              <a:r>
                <a:rPr kumimoji="0" lang="en-IL" altLang="en-IL" sz="3600" b="0" i="0" u="none" strike="noStrike" cap="none" normalizeH="0" baseline="0" dirty="0">
                  <a:ln>
                    <a:noFill/>
                  </a:ln>
                  <a:solidFill>
                    <a:schemeClr val="bg1"/>
                  </a:solidFill>
                  <a:effectLst/>
                  <a:latin typeface="Arial" panose="020B0604020202020204" pitchFamily="34" charset="0"/>
                </a:rPr>
                <a:t> Frame analysis via OpenCV (</a:t>
              </a:r>
              <a:r>
                <a:rPr kumimoji="0" lang="en-IL" altLang="en-IL" sz="3600" b="0" i="0" u="none" strike="noStrike" cap="none" normalizeH="0" baseline="0" dirty="0">
                  <a:ln>
                    <a:noFill/>
                  </a:ln>
                  <a:solidFill>
                    <a:schemeClr val="bg1"/>
                  </a:solidFill>
                  <a:effectLst/>
                  <a:latin typeface="Arial Unicode MS"/>
                </a:rPr>
                <a:t>cv2</a:t>
              </a:r>
              <a:r>
                <a:rPr kumimoji="0" lang="en-IL" altLang="en-IL" sz="3600" b="0" i="0" u="none" strike="noStrike" cap="none" normalizeH="0" baseline="0" dirty="0">
                  <a:ln>
                    <a:noFill/>
                  </a:ln>
                  <a:solidFill>
                    <a:schemeClr val="bg1"/>
                  </a:solidFill>
                  <a:effectLst/>
                </a:rPr>
                <a:t>).</a:t>
              </a:r>
              <a:endParaRPr kumimoji="0" lang="en-IL" altLang="en-IL" sz="3600" b="0" i="0" u="none" strike="noStrike" cap="none" normalizeH="0" baseline="0" dirty="0">
                <a:ln>
                  <a:noFill/>
                </a:ln>
                <a:solidFill>
                  <a:schemeClr val="bg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endParaRPr kumimoji="0" lang="en-US" altLang="en-IL" sz="3600" b="1" i="0" u="none" strike="noStrike" cap="none" normalizeH="0" baseline="0" dirty="0">
                <a:ln>
                  <a:noFill/>
                </a:ln>
                <a:solidFill>
                  <a:schemeClr val="bg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IL" altLang="en-IL" sz="3600" b="1" i="0" u="none" strike="noStrike" cap="none" normalizeH="0" baseline="0" dirty="0">
                  <a:ln>
                    <a:noFill/>
                  </a:ln>
                  <a:solidFill>
                    <a:schemeClr val="bg1"/>
                  </a:solidFill>
                  <a:effectLst/>
                  <a:latin typeface="Arial" panose="020B0604020202020204" pitchFamily="34" charset="0"/>
                </a:rPr>
                <a:t>Pathfinding:</a:t>
              </a:r>
              <a:r>
                <a:rPr kumimoji="0" lang="en-IL" altLang="en-IL" sz="3600" b="0" i="0" u="none" strike="noStrike" cap="none" normalizeH="0" baseline="0" dirty="0">
                  <a:ln>
                    <a:noFill/>
                  </a:ln>
                  <a:solidFill>
                    <a:schemeClr val="bg1"/>
                  </a:solidFill>
                  <a:effectLst/>
                  <a:latin typeface="Arial" panose="020B0604020202020204" pitchFamily="34" charset="0"/>
                </a:rPr>
                <a:t> Custom algorithmic computation for optimal navigation toward detected targets</a:t>
              </a:r>
              <a:r>
                <a:rPr kumimoji="0" lang="en-IL" altLang="en-IL" sz="1800" b="0" i="0" u="none" strike="noStrike" cap="none" normalizeH="0" baseline="0" dirty="0">
                  <a:ln>
                    <a:noFill/>
                  </a:ln>
                  <a:solidFill>
                    <a:schemeClr val="tx1"/>
                  </a:solidFill>
                  <a:effectLst/>
                  <a:latin typeface="Arial" panose="020B0604020202020204" pitchFamily="34" charset="0"/>
                </a:rPr>
                <a:t>.</a:t>
              </a:r>
              <a:endParaRPr kumimoji="0" lang="en-US" altLang="en-IL" sz="1800" b="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endParaRPr lang="en-US" altLang="en-IL" dirty="0">
                <a:latin typeface="Arial" panose="020B0604020202020204" pitchFamily="34" charset="0"/>
              </a:endParaRPr>
            </a:p>
            <a:p>
              <a:pPr lvl="0" eaLnBrk="0" fontAlgn="base" hangingPunct="0">
                <a:spcBef>
                  <a:spcPct val="0"/>
                </a:spcBef>
                <a:spcAft>
                  <a:spcPct val="0"/>
                </a:spcAft>
                <a:buFontTx/>
                <a:buChar char="•"/>
              </a:pPr>
              <a:r>
                <a:rPr lang="en-IL" altLang="en-IL" sz="3600" b="1" dirty="0">
                  <a:solidFill>
                    <a:schemeClr val="bg1"/>
                  </a:solidFill>
                  <a:latin typeface="Arial" panose="020B0604020202020204" pitchFamily="34" charset="0"/>
                </a:rPr>
                <a:t>Speech Recognition:</a:t>
              </a:r>
              <a:r>
                <a:rPr lang="en-IL" altLang="en-IL" sz="3600" dirty="0">
                  <a:solidFill>
                    <a:schemeClr val="bg1"/>
                  </a:solidFill>
                  <a:latin typeface="Arial" panose="020B0604020202020204" pitchFamily="34" charset="0"/>
                </a:rPr>
                <a:t> Uses OpenAI Whisper and </a:t>
              </a:r>
              <a:r>
                <a:rPr kumimoji="0" lang="en-IL" altLang="en-IL" sz="3600" b="0" i="0" u="none" strike="noStrike" cap="none" normalizeH="0" baseline="0" dirty="0" err="1">
                  <a:ln>
                    <a:noFill/>
                  </a:ln>
                  <a:solidFill>
                    <a:schemeClr val="bg1"/>
                  </a:solidFill>
                  <a:effectLst/>
                  <a:latin typeface="Arial Unicode MS"/>
                </a:rPr>
                <a:t>sounddevice</a:t>
              </a:r>
              <a:r>
                <a:rPr kumimoji="0" lang="en-IL" altLang="en-IL" sz="3600" b="0" i="0" u="none" strike="noStrike" cap="none" normalizeH="0" baseline="0" dirty="0">
                  <a:ln>
                    <a:noFill/>
                  </a:ln>
                  <a:solidFill>
                    <a:schemeClr val="bg1"/>
                  </a:solidFill>
                  <a:effectLst/>
                </a:rPr>
                <a:t> for accurate command parsing.</a:t>
              </a:r>
              <a:endParaRPr kumimoji="0" lang="en-US" altLang="en-IL" sz="3600" b="0" i="0" u="none" strike="noStrike" cap="none" normalizeH="0" baseline="0" dirty="0">
                <a:ln>
                  <a:noFill/>
                </a:ln>
                <a:solidFill>
                  <a:schemeClr val="bg1"/>
                </a:solidFill>
                <a:effectLst/>
              </a:endParaRPr>
            </a:p>
            <a:p>
              <a:pPr lvl="0" eaLnBrk="0" fontAlgn="base" hangingPunct="0">
                <a:spcBef>
                  <a:spcPct val="0"/>
                </a:spcBef>
                <a:spcAft>
                  <a:spcPct val="0"/>
                </a:spcAft>
              </a:pPr>
              <a:endParaRPr lang="en-IL" altLang="en-IL" sz="3600" dirty="0">
                <a:solidFill>
                  <a:schemeClr val="bg1"/>
                </a:solidFill>
                <a:latin typeface="Arial" panose="020B0604020202020204" pitchFamily="34" charset="0"/>
              </a:endParaRPr>
            </a:p>
            <a:p>
              <a:pPr lvl="0" eaLnBrk="0" fontAlgn="base" hangingPunct="0">
                <a:spcBef>
                  <a:spcPct val="0"/>
                </a:spcBef>
                <a:spcAft>
                  <a:spcPct val="0"/>
                </a:spcAft>
                <a:buFontTx/>
                <a:buChar char="•"/>
              </a:pPr>
              <a:r>
                <a:rPr lang="en-IL" altLang="en-IL" sz="3600" b="1" dirty="0">
                  <a:solidFill>
                    <a:schemeClr val="bg1"/>
                  </a:solidFill>
                  <a:latin typeface="Arial" panose="020B0604020202020204" pitchFamily="34" charset="0"/>
                </a:rPr>
                <a:t>Spoken Feedback:</a:t>
              </a:r>
              <a:r>
                <a:rPr lang="en-IL" altLang="en-IL" sz="3600" dirty="0">
                  <a:solidFill>
                    <a:schemeClr val="bg1"/>
                  </a:solidFill>
                  <a:latin typeface="Arial" panose="020B0604020202020204" pitchFamily="34" charset="0"/>
                </a:rPr>
                <a:t> </a:t>
              </a:r>
              <a:r>
                <a:rPr lang="en-IL" altLang="en-IL" sz="3600" dirty="0" err="1">
                  <a:solidFill>
                    <a:schemeClr val="bg1"/>
                  </a:solidFill>
                  <a:latin typeface="Arial" panose="020B0604020202020204" pitchFamily="34" charset="0"/>
                </a:rPr>
                <a:t>gTTS</a:t>
              </a:r>
              <a:r>
                <a:rPr lang="en-IL" altLang="en-IL" sz="3600" dirty="0">
                  <a:solidFill>
                    <a:schemeClr val="bg1"/>
                  </a:solidFill>
                  <a:latin typeface="Arial" panose="020B0604020202020204" pitchFamily="34" charset="0"/>
                </a:rPr>
                <a:t> (Google Text-to-Speech) for natural, conversational responses.</a:t>
              </a:r>
              <a:endParaRPr lang="en-US" altLang="en-IL" sz="3600" dirty="0">
                <a:solidFill>
                  <a:schemeClr val="bg1"/>
                </a:solidFill>
                <a:latin typeface="Arial" panose="020B0604020202020204" pitchFamily="34" charset="0"/>
              </a:endParaRPr>
            </a:p>
            <a:p>
              <a:pPr lvl="0" eaLnBrk="0" fontAlgn="base" hangingPunct="0">
                <a:spcBef>
                  <a:spcPct val="0"/>
                </a:spcBef>
                <a:spcAft>
                  <a:spcPct val="0"/>
                </a:spcAft>
              </a:pPr>
              <a:endParaRPr lang="en-IL" altLang="en-IL" sz="3600" dirty="0">
                <a:solidFill>
                  <a:schemeClr val="bg1"/>
                </a:solidFill>
                <a:latin typeface="Arial" panose="020B0604020202020204" pitchFamily="34" charset="0"/>
              </a:endParaRPr>
            </a:p>
            <a:p>
              <a:pPr lvl="0" eaLnBrk="0" fontAlgn="base" hangingPunct="0">
                <a:spcBef>
                  <a:spcPct val="0"/>
                </a:spcBef>
                <a:spcAft>
                  <a:spcPct val="0"/>
                </a:spcAft>
                <a:buFontTx/>
                <a:buChar char="•"/>
              </a:pPr>
              <a:r>
                <a:rPr lang="en-IL" altLang="en-IL" sz="3600" b="1" dirty="0">
                  <a:solidFill>
                    <a:schemeClr val="bg1"/>
                  </a:solidFill>
                  <a:latin typeface="Arial" panose="020B0604020202020204" pitchFamily="34" charset="0"/>
                </a:rPr>
                <a:t>Data Processing:</a:t>
              </a:r>
              <a:r>
                <a:rPr lang="en-IL" altLang="en-IL" sz="3600" dirty="0">
                  <a:solidFill>
                    <a:schemeClr val="bg1"/>
                  </a:solidFill>
                  <a:latin typeface="Arial" panose="020B0604020202020204" pitchFamily="34" charset="0"/>
                </a:rPr>
                <a:t> Efficient handling of audio streams and data via NumPy, </a:t>
              </a:r>
              <a:r>
                <a:rPr kumimoji="0" lang="en-IL" altLang="en-IL" sz="3600" b="0" i="0" u="none" strike="noStrike" cap="none" normalizeH="0" baseline="0" dirty="0" err="1">
                  <a:ln>
                    <a:noFill/>
                  </a:ln>
                  <a:solidFill>
                    <a:schemeClr val="bg1"/>
                  </a:solidFill>
                  <a:effectLst/>
                  <a:latin typeface="Arial Unicode MS"/>
                </a:rPr>
                <a:t>scipy.io.wavfile</a:t>
              </a:r>
              <a:r>
                <a:rPr kumimoji="0" lang="en-IL" altLang="en-IL" sz="3600" b="0" i="0" u="none" strike="noStrike" cap="none" normalizeH="0" baseline="0" dirty="0">
                  <a:ln>
                    <a:noFill/>
                  </a:ln>
                  <a:solidFill>
                    <a:schemeClr val="bg1"/>
                  </a:solidFill>
                  <a:effectLst/>
                </a:rPr>
                <a:t>, and standard OS utilities.</a:t>
              </a:r>
              <a:endParaRPr lang="en-IL" altLang="en-IL" sz="3600" dirty="0">
                <a:solidFill>
                  <a:schemeClr val="bg1"/>
                </a:solidFill>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endParaRPr kumimoji="0" lang="en-IL" altLang="en-IL" sz="1800" b="0" i="0" u="none" strike="noStrike" cap="none" normalizeH="0" baseline="0" dirty="0">
                <a:ln>
                  <a:noFill/>
                </a:ln>
                <a:solidFill>
                  <a:schemeClr val="tx1"/>
                </a:solidFill>
                <a:effectLst/>
                <a:latin typeface="Arial" panose="020B0604020202020204" pitchFamily="34" charset="0"/>
              </a:endParaRPr>
            </a:p>
          </p:txBody>
        </p:sp>
      </p:grpSp>
      <p:sp>
        <p:nvSpPr>
          <p:cNvPr id="76" name="Rectangle 6">
            <a:extLst>
              <a:ext uri="{FF2B5EF4-FFF2-40B4-BE49-F238E27FC236}">
                <a16:creationId xmlns:a16="http://schemas.microsoft.com/office/drawing/2014/main" id="{0558F33F-64A7-F3E3-6319-D72A7A7960AF}"/>
              </a:ext>
            </a:extLst>
          </p:cNvPr>
          <p:cNvSpPr>
            <a:spLocks noChangeArrowheads="1"/>
          </p:cNvSpPr>
          <p:nvPr/>
        </p:nvSpPr>
        <p:spPr bwMode="auto">
          <a:xfrm>
            <a:off x="5967663" y="12063481"/>
            <a:ext cx="264816"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Char char="•"/>
              <a:tabLst/>
            </a:pPr>
            <a:endParaRPr kumimoji="0" lang="en-IL" altLang="en-IL" sz="1800" b="0" i="0" u="none" strike="noStrike" cap="none" normalizeH="0" baseline="0" dirty="0">
              <a:ln>
                <a:noFill/>
              </a:ln>
              <a:solidFill>
                <a:schemeClr val="tx1"/>
              </a:solidFill>
              <a:effectLst/>
              <a:latin typeface="Arial" panose="020B0604020202020204" pitchFamily="34" charset="0"/>
            </a:endParaRPr>
          </a:p>
        </p:txBody>
      </p:sp>
      <p:grpSp>
        <p:nvGrpSpPr>
          <p:cNvPr id="173" name="Group 172">
            <a:extLst>
              <a:ext uri="{FF2B5EF4-FFF2-40B4-BE49-F238E27FC236}">
                <a16:creationId xmlns:a16="http://schemas.microsoft.com/office/drawing/2014/main" id="{F050220F-844E-16DB-6060-54C26EF06DD3}"/>
              </a:ext>
            </a:extLst>
          </p:cNvPr>
          <p:cNvGrpSpPr/>
          <p:nvPr/>
        </p:nvGrpSpPr>
        <p:grpSpPr>
          <a:xfrm>
            <a:off x="170861" y="25103618"/>
            <a:ext cx="24754615" cy="5657837"/>
            <a:chOff x="170861" y="25103618"/>
            <a:chExt cx="9247723" cy="5657837"/>
          </a:xfrm>
        </p:grpSpPr>
        <p:grpSp>
          <p:nvGrpSpPr>
            <p:cNvPr id="49" name="Group 48">
              <a:extLst>
                <a:ext uri="{FF2B5EF4-FFF2-40B4-BE49-F238E27FC236}">
                  <a16:creationId xmlns:a16="http://schemas.microsoft.com/office/drawing/2014/main" id="{4DDC1B56-2EFA-E8C4-05EC-17A552226D29}"/>
                </a:ext>
              </a:extLst>
            </p:cNvPr>
            <p:cNvGrpSpPr/>
            <p:nvPr/>
          </p:nvGrpSpPr>
          <p:grpSpPr>
            <a:xfrm>
              <a:off x="170861" y="25103618"/>
              <a:ext cx="9247723" cy="5657837"/>
              <a:chOff x="128765" y="16825502"/>
              <a:chExt cx="16639207" cy="7589335"/>
            </a:xfrm>
          </p:grpSpPr>
          <p:sp>
            <p:nvSpPr>
              <p:cNvPr id="34" name="Rectangle: Rounded Corners 33">
                <a:extLst>
                  <a:ext uri="{FF2B5EF4-FFF2-40B4-BE49-F238E27FC236}">
                    <a16:creationId xmlns:a16="http://schemas.microsoft.com/office/drawing/2014/main" id="{0C13CE36-9266-4024-2406-3054505AC9E5}"/>
                  </a:ext>
                </a:extLst>
              </p:cNvPr>
              <p:cNvSpPr/>
              <p:nvPr/>
            </p:nvSpPr>
            <p:spPr>
              <a:xfrm>
                <a:off x="128765" y="16825502"/>
                <a:ext cx="16639207" cy="7589335"/>
              </a:xfrm>
              <a:prstGeom prst="round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L" dirty="0"/>
              </a:p>
            </p:txBody>
          </p:sp>
          <p:cxnSp>
            <p:nvCxnSpPr>
              <p:cNvPr id="35" name="Straight Connector 34">
                <a:extLst>
                  <a:ext uri="{FF2B5EF4-FFF2-40B4-BE49-F238E27FC236}">
                    <a16:creationId xmlns:a16="http://schemas.microsoft.com/office/drawing/2014/main" id="{1F76ECFE-48E2-C505-2281-7B746B52CFDF}"/>
                  </a:ext>
                </a:extLst>
              </p:cNvPr>
              <p:cNvCxnSpPr>
                <a:cxnSpLocks/>
              </p:cNvCxnSpPr>
              <p:nvPr/>
            </p:nvCxnSpPr>
            <p:spPr>
              <a:xfrm>
                <a:off x="182396" y="18513149"/>
                <a:ext cx="16569866" cy="0"/>
              </a:xfrm>
              <a:prstGeom prst="line">
                <a:avLst/>
              </a:prstGeom>
            </p:spPr>
            <p:style>
              <a:lnRef idx="3">
                <a:schemeClr val="accent4"/>
              </a:lnRef>
              <a:fillRef idx="0">
                <a:schemeClr val="accent4"/>
              </a:fillRef>
              <a:effectRef idx="2">
                <a:schemeClr val="accent4"/>
              </a:effectRef>
              <a:fontRef idx="minor">
                <a:schemeClr val="tx1"/>
              </a:fontRef>
            </p:style>
          </p:cxnSp>
          <p:sp>
            <p:nvSpPr>
              <p:cNvPr id="37" name="TextBox 36">
                <a:extLst>
                  <a:ext uri="{FF2B5EF4-FFF2-40B4-BE49-F238E27FC236}">
                    <a16:creationId xmlns:a16="http://schemas.microsoft.com/office/drawing/2014/main" id="{B8D4DC6A-34D7-8693-1B4E-F5376D80AB1A}"/>
                  </a:ext>
                </a:extLst>
              </p:cNvPr>
              <p:cNvSpPr txBox="1"/>
              <p:nvPr/>
            </p:nvSpPr>
            <p:spPr>
              <a:xfrm>
                <a:off x="7297620" y="17025578"/>
                <a:ext cx="2769372" cy="1238541"/>
              </a:xfrm>
              <a:prstGeom prst="rect">
                <a:avLst/>
              </a:prstGeom>
              <a:noFill/>
            </p:spPr>
            <p:txBody>
              <a:bodyPr wrap="none" rtlCol="0">
                <a:spAutoFit/>
              </a:bodyPr>
              <a:lstStyle/>
              <a:p>
                <a:r>
                  <a:rPr lang="en-US" sz="5400" b="1" dirty="0">
                    <a:solidFill>
                      <a:schemeClr val="bg1"/>
                    </a:solidFill>
                  </a:rPr>
                  <a:t>Conclusions</a:t>
                </a:r>
                <a:endParaRPr lang="en-IL" sz="5400" b="1" dirty="0">
                  <a:solidFill>
                    <a:schemeClr val="bg1"/>
                  </a:solidFill>
                </a:endParaRPr>
              </a:p>
            </p:txBody>
          </p:sp>
          <p:sp>
            <p:nvSpPr>
              <p:cNvPr id="38" name="TextBox 37">
                <a:extLst>
                  <a:ext uri="{FF2B5EF4-FFF2-40B4-BE49-F238E27FC236}">
                    <a16:creationId xmlns:a16="http://schemas.microsoft.com/office/drawing/2014/main" id="{387B044A-201C-611F-4E26-AB43932B1DB2}"/>
                  </a:ext>
                </a:extLst>
              </p:cNvPr>
              <p:cNvSpPr txBox="1"/>
              <p:nvPr/>
            </p:nvSpPr>
            <p:spPr>
              <a:xfrm>
                <a:off x="364011" y="18702076"/>
                <a:ext cx="16282842" cy="866978"/>
              </a:xfrm>
              <a:prstGeom prst="rect">
                <a:avLst/>
              </a:prstGeom>
              <a:noFill/>
            </p:spPr>
            <p:txBody>
              <a:bodyPr wrap="square" rtlCol="0">
                <a:spAutoFit/>
              </a:bodyPr>
              <a:lstStyle/>
              <a:p>
                <a:endParaRPr lang="en-GB" sz="3600" dirty="0">
                  <a:solidFill>
                    <a:schemeClr val="bg1"/>
                  </a:solidFill>
                </a:endParaRPr>
              </a:p>
            </p:txBody>
          </p:sp>
        </p:grpSp>
        <p:sp>
          <p:nvSpPr>
            <p:cNvPr id="167" name="TextBox 166">
              <a:extLst>
                <a:ext uri="{FF2B5EF4-FFF2-40B4-BE49-F238E27FC236}">
                  <a16:creationId xmlns:a16="http://schemas.microsoft.com/office/drawing/2014/main" id="{5A4C89ED-71AC-86ED-6A5A-939E734AC77C}"/>
                </a:ext>
              </a:extLst>
            </p:cNvPr>
            <p:cNvSpPr txBox="1"/>
            <p:nvPr/>
          </p:nvSpPr>
          <p:spPr>
            <a:xfrm>
              <a:off x="397238" y="26746568"/>
              <a:ext cx="8987688" cy="3693319"/>
            </a:xfrm>
            <a:prstGeom prst="rect">
              <a:avLst/>
            </a:prstGeom>
            <a:noFill/>
          </p:spPr>
          <p:txBody>
            <a:bodyPr wrap="square" rtlCol="0">
              <a:spAutoFit/>
            </a:bodyPr>
            <a:lstStyle/>
            <a:p>
              <a:r>
                <a:rPr lang="en-GB" sz="3600" b="1" dirty="0">
                  <a:solidFill>
                    <a:schemeClr val="bg1"/>
                  </a:solidFill>
                  <a:latin typeface="Arial" panose="020B0604020202020204" pitchFamily="34" charset="0"/>
                  <a:cs typeface="Arial" panose="020B0604020202020204" pitchFamily="34" charset="0"/>
                </a:rPr>
                <a:t>Achieve Goal:</a:t>
              </a:r>
              <a:r>
                <a:rPr lang="en-GB" sz="3600" dirty="0">
                  <a:solidFill>
                    <a:schemeClr val="bg1"/>
                  </a:solidFill>
                  <a:latin typeface="Arial" panose="020B0604020202020204" pitchFamily="34" charset="0"/>
                  <a:cs typeface="Arial" panose="020B0604020202020204" pitchFamily="34" charset="0"/>
                </a:rPr>
                <a:t> We met our goal by developing a robotic dog that helps to navigate the visually impaired.</a:t>
              </a:r>
              <a:endParaRPr lang="en-GB" sz="3600" b="1" dirty="0">
                <a:solidFill>
                  <a:schemeClr val="bg1"/>
                </a:solidFill>
                <a:latin typeface="Arial" panose="020B0604020202020204" pitchFamily="34" charset="0"/>
                <a:cs typeface="Arial" panose="020B0604020202020204" pitchFamily="34" charset="0"/>
              </a:endParaRPr>
            </a:p>
            <a:p>
              <a:endParaRPr lang="en-GB" sz="3600" b="1" dirty="0">
                <a:solidFill>
                  <a:schemeClr val="bg1"/>
                </a:solidFill>
                <a:latin typeface="Arial" panose="020B0604020202020204" pitchFamily="34" charset="0"/>
                <a:cs typeface="Arial" panose="020B0604020202020204" pitchFamily="34" charset="0"/>
              </a:endParaRPr>
            </a:p>
            <a:p>
              <a:r>
                <a:rPr lang="en-GB" sz="3600" b="1" dirty="0">
                  <a:solidFill>
                    <a:schemeClr val="bg1"/>
                  </a:solidFill>
                  <a:latin typeface="Arial" panose="020B0604020202020204" pitchFamily="34" charset="0"/>
                  <a:cs typeface="Arial" panose="020B0604020202020204" pitchFamily="34" charset="0"/>
                </a:rPr>
                <a:t>Seamless Integration:</a:t>
              </a:r>
              <a:r>
                <a:rPr lang="en-GB" sz="3600" dirty="0">
                  <a:solidFill>
                    <a:schemeClr val="bg1"/>
                  </a:solidFill>
                  <a:latin typeface="Arial" panose="020B0604020202020204" pitchFamily="34" charset="0"/>
                  <a:cs typeface="Arial" panose="020B0604020202020204" pitchFamily="34" charset="0"/>
                </a:rPr>
                <a:t> Successfully bridged the gap between high-level AI and low-level hardware control.</a:t>
              </a:r>
            </a:p>
            <a:p>
              <a:endParaRPr lang="en-GB" sz="3600" dirty="0">
                <a:solidFill>
                  <a:schemeClr val="bg1"/>
                </a:solidFill>
                <a:latin typeface="Arial" panose="020B0604020202020204" pitchFamily="34" charset="0"/>
                <a:cs typeface="Arial" panose="020B0604020202020204" pitchFamily="34" charset="0"/>
              </a:endParaRPr>
            </a:p>
            <a:p>
              <a:r>
                <a:rPr lang="en-GB" sz="3600" b="1" dirty="0">
                  <a:solidFill>
                    <a:schemeClr val="bg1"/>
                  </a:solidFill>
                  <a:latin typeface="Arial" panose="020B0604020202020204" pitchFamily="34" charset="0"/>
                  <a:cs typeface="Arial" panose="020B0604020202020204" pitchFamily="34" charset="0"/>
                </a:rPr>
                <a:t>Libraries:</a:t>
              </a:r>
              <a:r>
                <a:rPr lang="en-GB" sz="3600" dirty="0">
                  <a:solidFill>
                    <a:schemeClr val="bg1"/>
                  </a:solidFill>
                  <a:latin typeface="Arial" panose="020B0604020202020204" pitchFamily="34" charset="0"/>
                  <a:cs typeface="Arial" panose="020B0604020202020204" pitchFamily="34" charset="0"/>
                </a:rPr>
                <a:t> We used YOLO for real-time image processing, whisper and </a:t>
              </a:r>
              <a:r>
                <a:rPr lang="en-GB" sz="3600" dirty="0" err="1">
                  <a:solidFill>
                    <a:schemeClr val="bg1"/>
                  </a:solidFill>
                  <a:latin typeface="Arial" panose="020B0604020202020204" pitchFamily="34" charset="0"/>
                  <a:cs typeface="Arial" panose="020B0604020202020204" pitchFamily="34" charset="0"/>
                </a:rPr>
                <a:t>speech_recognition</a:t>
              </a:r>
              <a:r>
                <a:rPr lang="en-GB" sz="3600" dirty="0">
                  <a:solidFill>
                    <a:schemeClr val="bg1"/>
                  </a:solidFill>
                  <a:latin typeface="Arial" panose="020B0604020202020204" pitchFamily="34" charset="0"/>
                  <a:cs typeface="Arial" panose="020B0604020202020204" pitchFamily="34" charset="0"/>
                </a:rPr>
                <a:t> for command processing, </a:t>
              </a:r>
              <a:r>
                <a:rPr lang="en-GB" sz="3600" dirty="0" err="1">
                  <a:solidFill>
                    <a:schemeClr val="bg1"/>
                  </a:solidFill>
                  <a:latin typeface="Arial" panose="020B0604020202020204" pitchFamily="34" charset="0"/>
                  <a:cs typeface="Arial" panose="020B0604020202020204" pitchFamily="34" charset="0"/>
                </a:rPr>
                <a:t>gTTS</a:t>
              </a:r>
              <a:r>
                <a:rPr lang="en-GB" sz="3600" dirty="0">
                  <a:solidFill>
                    <a:schemeClr val="bg1"/>
                  </a:solidFill>
                  <a:latin typeface="Arial" panose="020B0604020202020204" pitchFamily="34" charset="0"/>
                  <a:cs typeface="Arial" panose="020B0604020202020204" pitchFamily="34" charset="0"/>
                </a:rPr>
                <a:t> for voice feedback, and pathfinding with A* for navigation</a:t>
              </a:r>
            </a:p>
            <a:p>
              <a:endParaRPr lang="en-IL" dirty="0">
                <a:solidFill>
                  <a:schemeClr val="bg1"/>
                </a:solidFill>
                <a:latin typeface="Arial" panose="020B0604020202020204" pitchFamily="34" charset="0"/>
                <a:cs typeface="Arial" panose="020B0604020202020204" pitchFamily="34" charset="0"/>
              </a:endParaRPr>
            </a:p>
          </p:txBody>
        </p:sp>
      </p:grpSp>
      <p:grpSp>
        <p:nvGrpSpPr>
          <p:cNvPr id="2" name="Group 1">
            <a:extLst>
              <a:ext uri="{FF2B5EF4-FFF2-40B4-BE49-F238E27FC236}">
                <a16:creationId xmlns:a16="http://schemas.microsoft.com/office/drawing/2014/main" id="{64A4E3E3-86DF-5AF6-DE66-E63F689687B9}"/>
              </a:ext>
            </a:extLst>
          </p:cNvPr>
          <p:cNvGrpSpPr/>
          <p:nvPr/>
        </p:nvGrpSpPr>
        <p:grpSpPr>
          <a:xfrm>
            <a:off x="250649" y="16607059"/>
            <a:ext cx="14342201" cy="8321414"/>
            <a:chOff x="244677" y="16577885"/>
            <a:chExt cx="14342201" cy="8321414"/>
          </a:xfrm>
        </p:grpSpPr>
        <p:sp>
          <p:nvSpPr>
            <p:cNvPr id="164" name="TextBox 163">
              <a:extLst>
                <a:ext uri="{FF2B5EF4-FFF2-40B4-BE49-F238E27FC236}">
                  <a16:creationId xmlns:a16="http://schemas.microsoft.com/office/drawing/2014/main" id="{AFC76C4E-7311-641B-2676-469F5DCD45BF}"/>
                </a:ext>
              </a:extLst>
            </p:cNvPr>
            <p:cNvSpPr txBox="1"/>
            <p:nvPr/>
          </p:nvSpPr>
          <p:spPr>
            <a:xfrm>
              <a:off x="244677" y="16577885"/>
              <a:ext cx="3190040" cy="923330"/>
            </a:xfrm>
            <a:prstGeom prst="rect">
              <a:avLst/>
            </a:prstGeom>
            <a:noFill/>
          </p:spPr>
          <p:txBody>
            <a:bodyPr wrap="none" rtlCol="0">
              <a:spAutoFit/>
            </a:bodyPr>
            <a:lstStyle/>
            <a:p>
              <a:r>
                <a:rPr lang="en-US" sz="5400" b="1" u="sng" dirty="0"/>
                <a:t>Workflow</a:t>
              </a:r>
              <a:endParaRPr lang="en-IL" sz="3600" b="1" u="sng" dirty="0"/>
            </a:p>
          </p:txBody>
        </p:sp>
        <p:pic>
          <p:nvPicPr>
            <p:cNvPr id="172" name="Picture 171">
              <a:extLst>
                <a:ext uri="{FF2B5EF4-FFF2-40B4-BE49-F238E27FC236}">
                  <a16:creationId xmlns:a16="http://schemas.microsoft.com/office/drawing/2014/main" id="{980AAD6A-204D-4BD4-0556-7DBCE7D8FA18}"/>
                </a:ext>
              </a:extLst>
            </p:cNvPr>
            <p:cNvPicPr>
              <a:picLocks noChangeAspect="1"/>
            </p:cNvPicPr>
            <p:nvPr/>
          </p:nvPicPr>
          <p:blipFill>
            <a:blip r:embed="rId5"/>
            <a:stretch>
              <a:fillRect/>
            </a:stretch>
          </p:blipFill>
          <p:spPr>
            <a:xfrm>
              <a:off x="312486" y="17501214"/>
              <a:ext cx="14274392" cy="7398085"/>
            </a:xfrm>
            <a:prstGeom prst="rect">
              <a:avLst/>
            </a:prstGeom>
            <a:solidFill>
              <a:srgbClr val="FFFFFF">
                <a:shade val="85000"/>
              </a:srgbClr>
            </a:solidFill>
            <a:ln w="190500" cap="sq">
              <a:solidFill>
                <a:srgbClr val="FFFFFF"/>
              </a:solidFill>
              <a:miter lim="800000"/>
            </a:ln>
            <a:effectLst>
              <a:outerShdw blurRad="55000" dist="18000" dir="5400000" algn="tl" rotWithShape="0">
                <a:srgbClr val="000000">
                  <a:alpha val="40000"/>
                </a:srgbClr>
              </a:outerShdw>
            </a:effectLst>
            <a:scene3d>
              <a:camera prst="orthographicFront"/>
              <a:lightRig rig="twoPt" dir="t">
                <a:rot lat="0" lon="0" rev="7200000"/>
              </a:lightRig>
            </a:scene3d>
            <a:sp3d>
              <a:bevelT w="25400" h="19050"/>
              <a:contourClr>
                <a:srgbClr val="FFFFFF"/>
              </a:contourClr>
            </a:sp3d>
          </p:spPr>
        </p:pic>
      </p:grpSp>
    </p:spTree>
    <p:extLst>
      <p:ext uri="{BB962C8B-B14F-4D97-AF65-F5344CB8AC3E}">
        <p14:creationId xmlns:p14="http://schemas.microsoft.com/office/powerpoint/2010/main" val="3066806001"/>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emplate/>
  <TotalTime>2784</TotalTime>
  <Words>388</Words>
  <Application>Microsoft Office PowerPoint</Application>
  <PresentationFormat>Custom</PresentationFormat>
  <Paragraphs>35</Paragraphs>
  <Slides>1</Slides>
  <Notes>1</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1</vt:i4>
      </vt:variant>
    </vt:vector>
  </HeadingPairs>
  <TitlesOfParts>
    <vt:vector size="6" baseType="lpstr">
      <vt:lpstr>Aptos</vt:lpstr>
      <vt:lpstr>Aptos Display</vt:lpstr>
      <vt:lpstr>Arial</vt:lpstr>
      <vt:lpstr>Arial Unicode MS</vt:lpstr>
      <vt:lpstr>Office Theme</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Nathan Beer</dc:creator>
  <cp:lastModifiedBy>Nathan Beer</cp:lastModifiedBy>
  <cp:revision>2</cp:revision>
  <dcterms:created xsi:type="dcterms:W3CDTF">2026-06-02T08:37:36Z</dcterms:created>
  <dcterms:modified xsi:type="dcterms:W3CDTF">2026-06-29T21:46:24Z</dcterms:modified>
</cp:coreProperties>
</file>